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  <a:latin typeface="Microsoft YaHei"/>
              </a:defRPr>
            </a:pPr>
            <a:r>
              <a:t>权威矩阵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AA"/>
                </a:solidFill>
                <a:latin typeface="Microsoft YaHei"/>
              </a:defRPr>
            </a:pPr>
            <a:r>
              <a:t>Authority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宗教学 × 政治文明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神圣权威与政治权威，谁服从谁？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Assignment Two · AI Visual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核心论点 Core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每一次跨文明的宗教—政治相遇，都是对一个文明既有"政教安排"的压力测试。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同一个根本问题——神圣权威与政治权威谁服从谁——在 1600 年间被反复重新协商。</a:t>
            </a:r>
          </a:p>
          <a:p>
            <a:pPr>
              <a:spcBef>
                <a:spcPts val="800"/>
              </a:spcBef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每次协商都给两个文明留下了延续至今的制度遗产。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专业视角：宗教学（Asad / Weber / Troeltsch / Taylor / Eisenstadt）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文明主题：政治文明 → SDG 16（和平、正义、强大机构）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历史时期：丝路时代(III) · 大航海时代(IV) · 当代全球化(VII)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当代意义：SDG 16 面临的全球治理危机，本质上是这一系列未完成的压力测试的当代延续。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为何选择这些历史时期？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三个时期构成政教协商的完整演化弧线</a:t>
            </a:r>
            <a:r>
              <a:rPr dirty="0"/>
              <a:t>：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时期</a:t>
            </a:r>
            <a:r>
              <a:rPr dirty="0"/>
              <a:t> III · 丝路时代（4-9世纪）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佛教入华</a:t>
            </a:r>
            <a:r>
              <a:rPr dirty="0"/>
              <a:t> → </a:t>
            </a:r>
            <a:r>
              <a:rPr dirty="0" err="1"/>
              <a:t>慧远《沙门不敬王者论</a:t>
            </a:r>
            <a:r>
              <a:rPr dirty="0"/>
              <a:t>》 vs </a:t>
            </a:r>
            <a:r>
              <a:rPr dirty="0" err="1"/>
              <a:t>格里高利七世</a:t>
            </a:r>
            <a:r>
              <a:rPr dirty="0"/>
              <a:t> </a:t>
            </a:r>
            <a:r>
              <a:rPr dirty="0" err="1"/>
              <a:t>Dictatus</a:t>
            </a:r>
            <a:r>
              <a:rPr dirty="0"/>
              <a:t> </a:t>
            </a:r>
            <a:r>
              <a:rPr dirty="0" err="1"/>
              <a:t>Papae</a:t>
            </a: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中华"吸纳模式</a:t>
            </a:r>
            <a:r>
              <a:rPr dirty="0"/>
              <a:t>" vs </a:t>
            </a:r>
            <a:r>
              <a:rPr dirty="0" err="1"/>
              <a:t>欧洲"分立模式"的原型确立</a:t>
            </a:r>
            <a:endParaRPr dirty="0"/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时期</a:t>
            </a:r>
            <a:r>
              <a:rPr dirty="0"/>
              <a:t> IV · 大航海时代（17-18世纪）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礼仪之争</a:t>
            </a:r>
            <a:r>
              <a:rPr dirty="0"/>
              <a:t> → </a:t>
            </a:r>
            <a:r>
              <a:rPr dirty="0" err="1"/>
              <a:t>康熙</a:t>
            </a:r>
            <a:r>
              <a:rPr dirty="0"/>
              <a:t> 1715 </a:t>
            </a:r>
            <a:r>
              <a:rPr dirty="0" err="1"/>
              <a:t>禁约</a:t>
            </a:r>
            <a:r>
              <a:rPr dirty="0"/>
              <a:t> vs </a:t>
            </a:r>
            <a:r>
              <a:rPr dirty="0" err="1"/>
              <a:t>克莱孟十一世</a:t>
            </a:r>
            <a:r>
              <a:rPr dirty="0"/>
              <a:t> Ex </a:t>
            </a:r>
            <a:r>
              <a:rPr dirty="0" err="1"/>
              <a:t>illa</a:t>
            </a:r>
            <a:r>
              <a:rPr dirty="0"/>
              <a:t> die </a:t>
            </a:r>
            <a:r>
              <a:rPr dirty="0" err="1"/>
              <a:t>通谕</a:t>
            </a: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两种政教模式第一次以平等地位正面碰撞</a:t>
            </a:r>
            <a:endParaRPr dirty="0"/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时期</a:t>
            </a:r>
            <a:r>
              <a:rPr dirty="0"/>
              <a:t> VII · 当代全球化（1991-至今）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中梵协议</a:t>
            </a:r>
            <a:r>
              <a:rPr dirty="0"/>
              <a:t> · </a:t>
            </a:r>
            <a:r>
              <a:rPr dirty="0" err="1"/>
              <a:t>宗教中国化</a:t>
            </a:r>
            <a:r>
              <a:rPr dirty="0"/>
              <a:t> · AI </a:t>
            </a:r>
            <a:r>
              <a:rPr dirty="0" err="1"/>
              <a:t>算法权威</a:t>
            </a: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第七次压力测试正在发生：算法权威加入政教博弈</a:t>
            </a:r>
            <a:endParaRPr dirty="0"/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跨时期研究揭示：具体事件可以改写，但"政教协商"作为结构性问题不会消失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压力测试一：佛教入华（4-9世纪）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事件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印度佛教传入中华，僧团主张独立于皇权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慧远 402 年《沙门不敬王者论》：僧人不跪天子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三武一宗灭佛（446/574/845/955）：国家周期性清除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最终结果：佛教被"中国化"，纳入天命秩序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宗教学解读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Asad："不依国主则法事难立"不是妥协，是另一种政教神学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Weber：传统型权威吸收外来卡里斯玛，理性化但未祛魅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Troeltsch：教派型入会标准 + 教会型政治姿态 = 驯化型教派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Taylor：多孔自我时代，佛法穿透身体是物理事实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Eisenstadt：内生+连续+强国家 — 中华轴心消化外来思想的模板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揭示模式：吸纳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政治权威吸纳/驯化宗教权威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1. 确立了中华政教模型的原型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——外来宗教必须接受天命秩序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——宗教独立性通过"不敬但不反"的妥协保留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2. 与欧洲形成根本分歧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——欧洲：教会成为独立的强社会力量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——中华：僧团被收编进强国家体系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3. 遗产延续至今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——"宗教中国化"政策是慧远路线的当代版本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——道安"不依国主则法事难立"仍是官方逻辑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压力测试二：叙任权之争（1075-1122）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事件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格里高利七世 1075 Dictatus Papae：教皇可废黜皇帝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1077 卡诺莎之辱：亨利四世雪地跪三日求赦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1122 沃尔姆斯协约：皇帝放弃授职权，教会保留选举权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结果：确立"政教分立"的制度雏形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宗教学解读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Asad："世俗"概念的远古胚胎 — 分立本身是一种政治神学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Weber：法理型权威的欧洲起点 — 教会法催生成文法传统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Troeltsch：教会型+抵抗+制度化 — 欧洲最罕见的组合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Taylor：多孔自我下绝罚有物理力量，亨利跪是灵魂生死战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Eisenstadt：内生+断裂+强社会 — 西方现代性的起点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揭示模式：分立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制度化两个权威的永久竞争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1. 欧洲特殊路径的起点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——教会成为独立于国家的"强社会"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——"双剑论"确立两种权威永久竞争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2. 与中华路径的根本分歧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——中华：从未出现独立于国家的宗教权威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——欧洲：教会法、大学、经院哲学皆由此生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3. 遗产延续至今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——现代"政教分离"原则的远祖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——乌克兰东正教分裂 = 叙任权之争的 21 世纪重演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压力测试三</a:t>
            </a:r>
            <a:r>
              <a:rPr dirty="0"/>
              <a:t>：礼仪之争（1610s-1742）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事件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耶稣会利玛窦"适应策略"：祭祖 = 世俗礼仪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多明我会/方济各会反对：祭祖 = 偶像崇拜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1715 克莱孟十一世 Ex illa die 通谕：禁止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1715 康熙禁约："览此告示，只可说得西洋人等小人"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宗教学解读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Asad：两种"政教神学预设"的不可通约碰撞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Weber：传统型权威 vs 法理型权威的跨文明对话失败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Troeltsch：教会型抵抗 vs 中华教会型最大化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Taylor：两种"多孔自我"文明的物理性不可通约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Eisenstadt：强社会(教廷) vs 强国家(清廷)的轴心碰撞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为何这是最佳交叉点？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1. 这是中欧两种政教模式第一次以平等地位相遇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——不是征服，不是传教，而是两个帝国的正面协商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2. 它同时暴露了双方的政教预设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——康熙暴露"天命 = 政教合一"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——教廷暴露"普世管辖 = 政教分立的另一面"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3. 它的遗产延续至今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——2018 中梵主教任命协议是 1715 的直接续集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——"宗教中国化"政策是康熙禁约的当代版本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压力测试六+七：当代全球化（1991-至今）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第六次：跨国宗教 vs 主权国家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2018 中梵主教任命临时协议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"宗教中国化"政策全面推进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教宗方济各：妥协换统一 vs 坚持换分裂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第七次：AI 算法权威加入战场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AI 法王能否给信众开示？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国家能否禁止某种 AI 模型？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数字祭祖是否合礼？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AI 能否颁布宗教裁决（fatwa）？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宗教学解读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Asad：没有一个 AI 是"中立"的 — 每个模型都有政教预设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Weber：AI 的合法性来源不稳定（传统?法理?卡里斯玛?）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Eisenstadt：不同文明走出不同 AI 治理路径 = 多元现代性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t>揭示模式：算法权威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新型权威加入 1600 年的博弈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1. 中梵协议 = 礼仪之争的直接续集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——主教任命权 = 叙任权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——"临时"二字暴露不可解的张力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2. AI 是第七次压力测试的主体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——4 个 AI 对同一问题给出不同答案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——分歧不是 bug，是各自政教预设的产物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3. 装置本身就是论证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——你每次让 AI 回答涉及权威的问题</a:t>
            </a:r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   ——就是在参与一次微型的政教协商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SDG 16 启示：全球治理危机的底层</a:t>
            </a:r>
          </a:p>
          <a:p>
            <a:pPr>
              <a:spcBef>
                <a:spcPts val="800"/>
              </a:spcBef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都是没有解决的政教权威问题。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当代意义：第七次压力测试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SDG 16（和平、正义、强大机构）面临的全球治理危机：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乌克兰东正教分裂 — 莫斯科牧首 vs 君士坦丁堡牧首 = 叙任权之争重演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加沙冲突 — 宗教叙事 vs 主权叙事的不可调和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中梵协议 — 跨国宗教组织 vs 主权国家的 21 世纪版本</a:t>
            </a:r>
          </a:p>
          <a:p>
            <a:pPr>
              <a:spcBef>
                <a:spcPts val="800"/>
              </a:spcBef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▸ AI 算法权威 — 第七次压力测试正在发生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6B46C1"/>
                </a:solidFill>
                <a:latin typeface="Microsoft YaHei"/>
              </a:defRPr>
            </a:pPr>
            <a:r>
              <a:t>第七次压力测试 = AI 作为新型权威进入政教博弈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AI 法王能否给信众开示？→ 谁有权认证宗教权威（= 叙任权之争）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国家能否禁止某种 AI 模型？→ 国家对权威系统的关停权（= 会昌灭佛）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• 数字祭祖是否合礼？→ 礼仪在新介质中是否仍真实（= 礼仪之争）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D4AF37"/>
                </a:solidFill>
                <a:latin typeface="Microsoft YaHei"/>
              </a:defRPr>
            </a:pPr>
            <a:r>
              <a:t>启示：任何单一文明的政教模型都不足以应对当代挑战。</a:t>
            </a:r>
          </a:p>
          <a:p>
            <a:pPr>
              <a:spcBef>
                <a:spcPts val="800"/>
              </a:spcBef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文明互鉴的真正含义：意识到我们都还在用各自的古老答案应对全新的问题。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为何选择这些 AI 工具？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4613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核心理念：AI</a:t>
            </a:r>
            <a:r>
              <a:rPr dirty="0"/>
              <a:t> </a:t>
            </a:r>
            <a:r>
              <a:rPr dirty="0" err="1"/>
              <a:t>不只是创作工具，它本身是论证的一部分</a:t>
            </a:r>
            <a:endParaRPr dirty="0"/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使用的</a:t>
            </a:r>
            <a:r>
              <a:rPr dirty="0"/>
              <a:t> AI </a:t>
            </a:r>
            <a:r>
              <a:rPr dirty="0" err="1"/>
              <a:t>工具及其角色</a:t>
            </a:r>
            <a:r>
              <a:rPr dirty="0"/>
              <a:t>：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① Claude (Anthropic) — </a:t>
            </a:r>
            <a:r>
              <a:rPr dirty="0" err="1"/>
              <a:t>反事实历史生成</a:t>
            </a:r>
            <a:r>
              <a:rPr dirty="0"/>
              <a:t> + </a:t>
            </a:r>
            <a:r>
              <a:rPr dirty="0" err="1"/>
              <a:t>装置核心代码协作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Asad </a:t>
            </a:r>
            <a:r>
              <a:rPr dirty="0" err="1"/>
              <a:t>式结构批判预设：永远怀疑"中立"和"世俗"是预设而非默认</a:t>
            </a:r>
            <a:endParaRPr dirty="0"/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② ChatGPT (OpenAI) — </a:t>
            </a:r>
            <a:r>
              <a:rPr dirty="0" err="1"/>
              <a:t>压力测试回应</a:t>
            </a:r>
            <a:r>
              <a:rPr dirty="0"/>
              <a:t> + </a:t>
            </a:r>
            <a:r>
              <a:rPr dirty="0" err="1"/>
              <a:t>当代议题分析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现代化乐观叙事预设：倾向理性化、制度化、个人自由优先</a:t>
            </a:r>
            <a:endParaRPr dirty="0"/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③ </a:t>
            </a:r>
            <a:r>
              <a:rPr dirty="0" err="1"/>
              <a:t>通义千问</a:t>
            </a:r>
            <a:r>
              <a:rPr dirty="0"/>
              <a:t> (</a:t>
            </a:r>
            <a:r>
              <a:rPr dirty="0" err="1"/>
              <a:t>阿里</a:t>
            </a:r>
            <a:r>
              <a:rPr dirty="0"/>
              <a:t>) — </a:t>
            </a:r>
            <a:r>
              <a:rPr dirty="0" err="1"/>
              <a:t>中华政教模型立场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天命-礼-国家治理框架：拒绝把欧洲政教分立当作普世标准</a:t>
            </a:r>
            <a:endParaRPr dirty="0"/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④ DeepSeek — </a:t>
            </a:r>
            <a:r>
              <a:rPr dirty="0" err="1"/>
              <a:t>左翼批判</a:t>
            </a:r>
            <a:r>
              <a:rPr dirty="0"/>
              <a:t> / </a:t>
            </a:r>
            <a:r>
              <a:rPr dirty="0" err="1"/>
              <a:t>凝滞诊断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警惕一切权威结构的自我合法化：当秩序看起来"稳定"时，问：谁被排除了</a:t>
            </a:r>
            <a:r>
              <a:rPr dirty="0"/>
              <a:t>？</a:t>
            </a:r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⑤ AI </a:t>
            </a:r>
            <a:r>
              <a:rPr dirty="0" err="1"/>
              <a:t>图像生成</a:t>
            </a:r>
            <a:r>
              <a:rPr dirty="0"/>
              <a:t> — </a:t>
            </a:r>
            <a:r>
              <a:rPr dirty="0" err="1"/>
              <a:t>历史人物在不同政教预设下的视觉变形</a:t>
            </a:r>
            <a:endParaRPr dirty="0"/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7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为何适配论点：4 个 AI </a:t>
            </a:r>
            <a:r>
              <a:rPr dirty="0" err="1"/>
              <a:t>被赋予正交的政教神学预设</a:t>
            </a:r>
            <a:r>
              <a:rPr dirty="0"/>
              <a:t> → </a:t>
            </a:r>
            <a:r>
              <a:rPr dirty="0" err="1"/>
              <a:t>它们对同一问题的回答不一样</a:t>
            </a:r>
            <a:endParaRPr dirty="0"/>
          </a:p>
          <a:p>
            <a:pPr>
              <a:spcBef>
                <a:spcPts val="800"/>
              </a:spcBef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这种分歧本身就是第七次压力测试的活体演示：没有一个</a:t>
            </a:r>
            <a:r>
              <a:rPr dirty="0"/>
              <a:t> AI </a:t>
            </a:r>
            <a:r>
              <a:rPr dirty="0" err="1"/>
              <a:t>是"中立"的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AI 作品制作流程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阶段一：研究与设计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阅读</a:t>
            </a:r>
            <a:r>
              <a:rPr dirty="0"/>
              <a:t> </a:t>
            </a:r>
            <a:r>
              <a:rPr dirty="0" err="1"/>
              <a:t>Asad、Weber、Troeltsch、Taylor、Eisenstadt</a:t>
            </a:r>
            <a:r>
              <a:rPr dirty="0"/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论点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提炼三轴模型（权威边界</a:t>
            </a:r>
            <a:r>
              <a:rPr dirty="0"/>
              <a:t>/</a:t>
            </a:r>
            <a:r>
              <a:rPr dirty="0" err="1"/>
              <a:t>权威来源</a:t>
            </a:r>
            <a:r>
              <a:rPr dirty="0"/>
              <a:t>/</a:t>
            </a:r>
            <a:r>
              <a:rPr dirty="0" err="1"/>
              <a:t>管辖范围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确定六层交互结构与论证逻辑</a:t>
            </a:r>
            <a:endParaRPr dirty="0"/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阶段二：AI</a:t>
            </a:r>
            <a:r>
              <a:rPr dirty="0"/>
              <a:t> </a:t>
            </a:r>
            <a:r>
              <a:rPr dirty="0" err="1"/>
              <a:t>协作生成内容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用 Claude </a:t>
            </a:r>
            <a:r>
              <a:rPr dirty="0" err="1"/>
              <a:t>生成</a:t>
            </a:r>
            <a:r>
              <a:rPr dirty="0"/>
              <a:t> 5视角×8变体×6人物 </a:t>
            </a:r>
            <a:r>
              <a:rPr dirty="0" err="1"/>
              <a:t>的学术解读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用 4 个 AI </a:t>
            </a:r>
            <a:r>
              <a:rPr dirty="0" err="1"/>
              <a:t>模型并发回答同一</a:t>
            </a:r>
            <a:r>
              <a:rPr dirty="0"/>
              <a:t> </a:t>
            </a:r>
            <a:r>
              <a:rPr dirty="0" err="1"/>
              <a:t>prompt，记录分歧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用 AI </a:t>
            </a:r>
            <a:r>
              <a:rPr dirty="0" err="1"/>
              <a:t>图像工具生成历史人物在不同预设下的视觉</a:t>
            </a:r>
            <a:endParaRPr dirty="0"/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阶段三：装置开发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HTML5 + CSS3 + JavaScript + Three.js (3D)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Claude API </a:t>
            </a:r>
            <a:r>
              <a:rPr dirty="0" err="1"/>
              <a:t>集成（实时反事实生成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4 </a:t>
            </a:r>
            <a:r>
              <a:rPr dirty="0" err="1"/>
              <a:t>模型</a:t>
            </a:r>
            <a:r>
              <a:rPr dirty="0"/>
              <a:t> API </a:t>
            </a:r>
            <a:r>
              <a:rPr dirty="0" err="1"/>
              <a:t>并发调用（终局揭示</a:t>
            </a:r>
            <a:r>
              <a:rPr dirty="0"/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 err="1"/>
              <a:t>阶段四：测试与迭代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实测</a:t>
            </a:r>
            <a:r>
              <a:rPr dirty="0"/>
              <a:t> 4 </a:t>
            </a:r>
            <a:r>
              <a:rPr dirty="0" err="1"/>
              <a:t>模型对同一</a:t>
            </a:r>
            <a:r>
              <a:rPr dirty="0"/>
              <a:t> prompt </a:t>
            </a:r>
            <a:r>
              <a:rPr dirty="0" err="1"/>
              <a:t>的分歧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存档</a:t>
            </a:r>
            <a:r>
              <a:rPr dirty="0"/>
              <a:t> 2026-05-19 </a:t>
            </a:r>
            <a:r>
              <a:rPr dirty="0" err="1"/>
              <a:t>实测结果作为离线版本</a:t>
            </a: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优化交互体验与课堂演示流程</a:t>
            </a:r>
            <a:endParaRPr dirty="0"/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6B46C1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在制作中的三重角色</a:t>
            </a:r>
            <a:r>
              <a:rPr dirty="0"/>
              <a:t>：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❶ </a:t>
            </a:r>
            <a:r>
              <a:rPr dirty="0" err="1"/>
              <a:t>历史可能性的合作者</a:t>
            </a:r>
            <a:endParaRPr dirty="0"/>
          </a:p>
          <a:p>
            <a:pPr>
              <a:spcBef>
                <a:spcPts val="800"/>
              </a:spcBef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（</a:t>
            </a:r>
            <a:r>
              <a:rPr dirty="0" err="1"/>
              <a:t>反事实生成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❷ </a:t>
            </a:r>
            <a:r>
              <a:rPr dirty="0" err="1"/>
              <a:t>当代议题的实时分析引擎</a:t>
            </a:r>
            <a:endParaRPr dirty="0"/>
          </a:p>
          <a:p>
            <a:pPr>
              <a:spcBef>
                <a:spcPts val="800"/>
              </a:spcBef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（</a:t>
            </a:r>
            <a:r>
              <a:rPr dirty="0" err="1"/>
              <a:t>第七次压力测试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❸ </a:t>
            </a:r>
            <a:r>
              <a:rPr dirty="0" err="1"/>
              <a:t>论证主体的一部分</a:t>
            </a:r>
            <a:endParaRPr dirty="0"/>
          </a:p>
          <a:p>
            <a:pPr>
              <a:spcBef>
                <a:spcPts val="800"/>
              </a:spcBef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rPr dirty="0"/>
              <a:t>   （4 </a:t>
            </a:r>
            <a:r>
              <a:rPr dirty="0" err="1"/>
              <a:t>模型分歧</a:t>
            </a:r>
            <a:r>
              <a:rPr dirty="0"/>
              <a:t> = </a:t>
            </a:r>
            <a:r>
              <a:rPr dirty="0" err="1"/>
              <a:t>论点的活体演示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→ AI </a:t>
            </a:r>
            <a:r>
              <a:rPr dirty="0" err="1"/>
              <a:t>工具的特性本身参与论证</a:t>
            </a:r>
            <a:r>
              <a:rPr dirty="0"/>
              <a:t>，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而不只是装饰或辅助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装置六层结构 · 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6B46C1"/>
                </a:solidFill>
                <a:latin typeface="Microsoft YaHei"/>
              </a:defRPr>
            </a:pPr>
            <a:r>
              <a:t>第一层 · 进入仪式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选择你的政教神学预设 → 强制身份选择暴露隐形预设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4A90D9"/>
                </a:solidFill>
                <a:latin typeface="Microsoft YaHei"/>
              </a:defRPr>
            </a:pPr>
            <a:r>
              <a:t>第二层 · 三轴控制台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3D 立方体 + 八象限政教模型 → 政教关系不是一根线，是一个空间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6B46C1"/>
                </a:solidFill>
                <a:latin typeface="Microsoft YaHei"/>
              </a:defRPr>
            </a:pPr>
            <a:r>
              <a:t>第三层 · 六次压力测试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同一历史人物随轴位变形 → 直接演绎 Asad 命题："客观历史"是预设的产物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4A90D9"/>
                </a:solidFill>
                <a:latin typeface="Microsoft YaHei"/>
              </a:defRPr>
            </a:pPr>
            <a:r>
              <a:t>第四层 · 反事实模拟器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改写历史节点 → 证明结构性问题不因事件改写而消失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6B46C1"/>
                </a:solidFill>
                <a:latin typeface="Microsoft YaHei"/>
              </a:defRPr>
            </a:pPr>
            <a:r>
              <a:t>第五层 · 第七次压力测试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输入当代议题 → 揭示古今同构，装置 = 现场的论证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900" b="1">
                <a:solidFill>
                  <a:srgbClr val="4A90D9"/>
                </a:solidFill>
                <a:latin typeface="Microsoft YaHei"/>
              </a:defRPr>
            </a:pPr>
            <a:r>
              <a:t>第六层 · 终局揭示</a:t>
            </a:r>
          </a:p>
          <a:p>
            <a:pPr>
              <a:spcBef>
                <a:spcPts val="800"/>
              </a:spcBef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    4 个 AI 的内部分歧 → 装置自指：你刚刚亲历了第七次压力测试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Bef>
                <a:spcPts val="800"/>
              </a:spcBef>
              <a:defRPr sz="1700" b="1">
                <a:solidFill>
                  <a:srgbClr val="D4AF37"/>
                </a:solidFill>
                <a:latin typeface="Microsoft YaHei"/>
              </a:defRPr>
            </a:pPr>
            <a:r>
              <a:t>论证逻辑：特定历史文明相遇 → 宗教学视角解读 → 政治文明下的当代议题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Microsoft YaHei"/>
              </a:defRPr>
            </a:pPr>
            <a:r>
              <a:t>你以为你在用一个工具看历史——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实际上，1600 年的政教权威之争，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正在四个 AI 模型的内部继续发生。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Microsoft YaHei"/>
              </a:defRPr>
            </a:pPr>
            <a:r>
              <a:t>第七次压力测试不是即将到来。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Microsoft YaHei"/>
              </a:defRPr>
            </a:pPr>
            <a:r>
              <a:t>它正在这个网页运行的每一秒进行。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权威矩阵 — 不是历史装置，是当下装置。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1076</Words>
  <Application>Microsoft Office PowerPoint</Application>
  <PresentationFormat>宽屏</PresentationFormat>
  <Paragraphs>244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麒润 黄</cp:lastModifiedBy>
  <cp:revision>2</cp:revision>
  <dcterms:created xsi:type="dcterms:W3CDTF">2013-01-27T09:14:16Z</dcterms:created>
  <dcterms:modified xsi:type="dcterms:W3CDTF">2026-05-19T11:46:11Z</dcterms:modified>
  <cp:category/>
</cp:coreProperties>
</file>