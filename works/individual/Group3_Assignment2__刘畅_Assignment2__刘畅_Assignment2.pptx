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455" r:id="rId3"/>
    <p:sldId id="456" r:id="rId4"/>
    <p:sldId id="461" r:id="rId5"/>
    <p:sldId id="466" r:id="rId6"/>
    <p:sldId id="457" r:id="rId7"/>
    <p:sldId id="468" r:id="rId8"/>
    <p:sldId id="467" r:id="rId9"/>
    <p:sldId id="459" r:id="rId10"/>
    <p:sldId id="462" r:id="rId11"/>
    <p:sldId id="458" r:id="rId12"/>
    <p:sldId id="474" r:id="rId13"/>
    <p:sldId id="460" r:id="rId14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2026/5/18</a:t>
            </a:fld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‹#›</a:t>
            </a:fld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思源黑体 CN Bold" panose="020B08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思源黑体 CN Bold" panose="020B08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思源黑体 CN Bold" panose="020B08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思源黑体 CN Bold" panose="020B08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思源黑体 CN Bold" panose="020B08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48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550E9250-1E99-36B9-48E6-73E442ABA1EF}"/>
              </a:ext>
            </a:extLst>
          </p:cNvPr>
          <p:cNvSpPr/>
          <p:nvPr/>
        </p:nvSpPr>
        <p:spPr>
          <a:xfrm flipH="1">
            <a:off x="4" y="581480"/>
            <a:ext cx="12191996" cy="6276521"/>
          </a:xfrm>
          <a:custGeom>
            <a:avLst/>
            <a:gdLst>
              <a:gd name="connsiteX0" fmla="*/ 12191996 w 12191996"/>
              <a:gd name="connsiteY0" fmla="*/ 0 h 6276521"/>
              <a:gd name="connsiteX1" fmla="*/ 12140510 w 12191996"/>
              <a:gd name="connsiteY1" fmla="*/ 0 h 6276521"/>
              <a:gd name="connsiteX2" fmla="*/ 12110777 w 12191996"/>
              <a:gd name="connsiteY2" fmla="*/ 49637 h 6276521"/>
              <a:gd name="connsiteX3" fmla="*/ 4805856 w 12191996"/>
              <a:gd name="connsiteY3" fmla="*/ 5894967 h 6276521"/>
              <a:gd name="connsiteX4" fmla="*/ 170475 w 12191996"/>
              <a:gd name="connsiteY4" fmla="*/ 5648914 h 6276521"/>
              <a:gd name="connsiteX5" fmla="*/ 0 w 12191996"/>
              <a:gd name="connsiteY5" fmla="*/ 5587978 h 6276521"/>
              <a:gd name="connsiteX6" fmla="*/ 0 w 12191996"/>
              <a:gd name="connsiteY6" fmla="*/ 6276521 h 6276521"/>
              <a:gd name="connsiteX7" fmla="*/ 12191996 w 12191996"/>
              <a:gd name="connsiteY7" fmla="*/ 6276521 h 627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276521">
                <a:moveTo>
                  <a:pt x="12191996" y="0"/>
                </a:moveTo>
                <a:lnTo>
                  <a:pt x="12140510" y="0"/>
                </a:lnTo>
                <a:lnTo>
                  <a:pt x="12110777" y="49637"/>
                </a:lnTo>
                <a:cubicBezTo>
                  <a:pt x="11080602" y="1676396"/>
                  <a:pt x="7181983" y="5234627"/>
                  <a:pt x="4805856" y="5894967"/>
                </a:cubicBezTo>
                <a:cubicBezTo>
                  <a:pt x="3426169" y="6278391"/>
                  <a:pt x="1663291" y="6133802"/>
                  <a:pt x="170475" y="5648914"/>
                </a:cubicBezTo>
                <a:lnTo>
                  <a:pt x="0" y="5587978"/>
                </a:lnTo>
                <a:lnTo>
                  <a:pt x="0" y="6276521"/>
                </a:lnTo>
                <a:lnTo>
                  <a:pt x="12191996" y="6276521"/>
                </a:lnTo>
                <a:close/>
              </a:path>
            </a:pathLst>
          </a:custGeom>
          <a:gradFill flip="none" rotWithShape="0">
            <a:gsLst>
              <a:gs pos="0">
                <a:schemeClr val="accent3"/>
              </a:gs>
              <a:gs pos="98000">
                <a:schemeClr val="accent4"/>
              </a:gs>
            </a:gsLst>
            <a:lin ang="2700000" scaled="0"/>
            <a:tileRect/>
          </a:gradFill>
          <a:ln w="350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F321A951-DB98-1F7A-E2CF-4BD59024AE6E}"/>
              </a:ext>
            </a:extLst>
          </p:cNvPr>
          <p:cNvSpPr/>
          <p:nvPr/>
        </p:nvSpPr>
        <p:spPr>
          <a:xfrm flipH="1">
            <a:off x="0" y="1721108"/>
            <a:ext cx="12192000" cy="5136893"/>
          </a:xfrm>
          <a:custGeom>
            <a:avLst/>
            <a:gdLst>
              <a:gd name="connsiteX0" fmla="*/ 12192000 w 12192000"/>
              <a:gd name="connsiteY0" fmla="*/ 0 h 5136893"/>
              <a:gd name="connsiteX1" fmla="*/ 12121700 w 12192000"/>
              <a:gd name="connsiteY1" fmla="*/ 81868 h 5136893"/>
              <a:gd name="connsiteX2" fmla="*/ 4836239 w 12192000"/>
              <a:gd name="connsiteY2" fmla="*/ 4761337 h 5136893"/>
              <a:gd name="connsiteX3" fmla="*/ 18861 w 12192000"/>
              <a:gd name="connsiteY3" fmla="*/ 4817406 h 5136893"/>
              <a:gd name="connsiteX4" fmla="*/ 0 w 12192000"/>
              <a:gd name="connsiteY4" fmla="*/ 4813085 h 5136893"/>
              <a:gd name="connsiteX5" fmla="*/ 0 w 12192000"/>
              <a:gd name="connsiteY5" fmla="*/ 5136893 h 5136893"/>
              <a:gd name="connsiteX6" fmla="*/ 12192000 w 12192000"/>
              <a:gd name="connsiteY6" fmla="*/ 5136893 h 513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6893">
                <a:moveTo>
                  <a:pt x="12192000" y="0"/>
                </a:moveTo>
                <a:lnTo>
                  <a:pt x="12121700" y="81868"/>
                </a:lnTo>
                <a:cubicBezTo>
                  <a:pt x="10796706" y="1572876"/>
                  <a:pt x="7140649" y="4178004"/>
                  <a:pt x="4836239" y="4761337"/>
                </a:cubicBezTo>
                <a:cubicBezTo>
                  <a:pt x="3408991" y="5122627"/>
                  <a:pt x="1573640" y="5130328"/>
                  <a:pt x="18861" y="4817406"/>
                </a:cubicBezTo>
                <a:lnTo>
                  <a:pt x="0" y="4813085"/>
                </a:lnTo>
                <a:lnTo>
                  <a:pt x="0" y="5136893"/>
                </a:lnTo>
                <a:lnTo>
                  <a:pt x="12192000" y="5136893"/>
                </a:lnTo>
                <a:close/>
              </a:path>
            </a:pathLst>
          </a:custGeom>
          <a:gradFill flip="none" rotWithShape="0"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76200" dir="18900000" algn="bl" rotWithShape="0">
              <a:sysClr val="windowText" lastClr="000000">
                <a:lumMod val="75000"/>
                <a:lumOff val="25000"/>
                <a:alpha val="30000"/>
              </a:sys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3591" y="239847"/>
            <a:ext cx="1582484" cy="3416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8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YOUR LOGO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9090" y="528645"/>
            <a:ext cx="141731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0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UNIVERSITY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58382" y="6248365"/>
            <a:ext cx="1477440" cy="272538"/>
            <a:chOff x="358382" y="6248365"/>
            <a:chExt cx="1477440" cy="272538"/>
          </a:xfrm>
        </p:grpSpPr>
        <p:sp>
          <p:nvSpPr>
            <p:cNvPr id="18" name="椭圆 17"/>
            <p:cNvSpPr/>
            <p:nvPr/>
          </p:nvSpPr>
          <p:spPr>
            <a:xfrm>
              <a:off x="358382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32587" y="6301888"/>
              <a:ext cx="124128" cy="165492"/>
            </a:xfrm>
            <a:custGeom>
              <a:avLst/>
              <a:gdLst>
                <a:gd name="T0" fmla="*/ 648 w 7770"/>
                <a:gd name="T1" fmla="*/ 0 h 10360"/>
                <a:gd name="T2" fmla="*/ 7123 w 7770"/>
                <a:gd name="T3" fmla="*/ 0 h 10360"/>
                <a:gd name="T4" fmla="*/ 7770 w 7770"/>
                <a:gd name="T5" fmla="*/ 647 h 10360"/>
                <a:gd name="T6" fmla="*/ 7770 w 7770"/>
                <a:gd name="T7" fmla="*/ 9712 h 10360"/>
                <a:gd name="T8" fmla="*/ 7123 w 7770"/>
                <a:gd name="T9" fmla="*/ 10360 h 10360"/>
                <a:gd name="T10" fmla="*/ 648 w 7770"/>
                <a:gd name="T11" fmla="*/ 10360 h 10360"/>
                <a:gd name="T12" fmla="*/ 0 w 7770"/>
                <a:gd name="T13" fmla="*/ 9712 h 10360"/>
                <a:gd name="T14" fmla="*/ 0 w 7770"/>
                <a:gd name="T15" fmla="*/ 647 h 10360"/>
                <a:gd name="T16" fmla="*/ 648 w 7770"/>
                <a:gd name="T17" fmla="*/ 0 h 10360"/>
                <a:gd name="T18" fmla="*/ 1295 w 7770"/>
                <a:gd name="T19" fmla="*/ 1293 h 10360"/>
                <a:gd name="T20" fmla="*/ 1295 w 7770"/>
                <a:gd name="T21" fmla="*/ 8416 h 10360"/>
                <a:gd name="T22" fmla="*/ 6475 w 7770"/>
                <a:gd name="T23" fmla="*/ 8416 h 10360"/>
                <a:gd name="T24" fmla="*/ 6475 w 7770"/>
                <a:gd name="T25" fmla="*/ 1293 h 10360"/>
                <a:gd name="T26" fmla="*/ 1295 w 7770"/>
                <a:gd name="T27" fmla="*/ 1293 h 10360"/>
                <a:gd name="T28" fmla="*/ 3890 w 7770"/>
                <a:gd name="T29" fmla="*/ 8902 h 10360"/>
                <a:gd name="T30" fmla="*/ 3405 w 7770"/>
                <a:gd name="T31" fmla="*/ 9387 h 10360"/>
                <a:gd name="T32" fmla="*/ 3890 w 7770"/>
                <a:gd name="T33" fmla="*/ 9872 h 10360"/>
                <a:gd name="T34" fmla="*/ 4375 w 7770"/>
                <a:gd name="T35" fmla="*/ 9387 h 10360"/>
                <a:gd name="T36" fmla="*/ 3890 w 7770"/>
                <a:gd name="T37" fmla="*/ 8902 h 10360"/>
                <a:gd name="T38" fmla="*/ 3413 w 7770"/>
                <a:gd name="T39" fmla="*/ 5486 h 10360"/>
                <a:gd name="T40" fmla="*/ 5026 w 7770"/>
                <a:gd name="T41" fmla="*/ 3825 h 10360"/>
                <a:gd name="T42" fmla="*/ 5683 w 7770"/>
                <a:gd name="T43" fmla="*/ 3815 h 10360"/>
                <a:gd name="T44" fmla="*/ 5688 w 7770"/>
                <a:gd name="T45" fmla="*/ 3820 h 10360"/>
                <a:gd name="T46" fmla="*/ 5692 w 7770"/>
                <a:gd name="T47" fmla="*/ 4491 h 10360"/>
                <a:gd name="T48" fmla="*/ 3769 w 7770"/>
                <a:gd name="T49" fmla="*/ 6472 h 10360"/>
                <a:gd name="T50" fmla="*/ 3636 w 7770"/>
                <a:gd name="T51" fmla="*/ 6567 h 10360"/>
                <a:gd name="T52" fmla="*/ 3081 w 7770"/>
                <a:gd name="T53" fmla="*/ 6485 h 10360"/>
                <a:gd name="T54" fmla="*/ 2081 w 7770"/>
                <a:gd name="T55" fmla="*/ 5486 h 10360"/>
                <a:gd name="T56" fmla="*/ 2103 w 7770"/>
                <a:gd name="T57" fmla="*/ 4820 h 10360"/>
                <a:gd name="T58" fmla="*/ 2748 w 7770"/>
                <a:gd name="T59" fmla="*/ 4820 h 10360"/>
                <a:gd name="T60" fmla="*/ 3413 w 7770"/>
                <a:gd name="T61" fmla="*/ 5486 h 10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70" h="10360">
                  <a:moveTo>
                    <a:pt x="648" y="0"/>
                  </a:moveTo>
                  <a:lnTo>
                    <a:pt x="7123" y="0"/>
                  </a:lnTo>
                  <a:cubicBezTo>
                    <a:pt x="7480" y="0"/>
                    <a:pt x="7770" y="290"/>
                    <a:pt x="7770" y="647"/>
                  </a:cubicBezTo>
                  <a:lnTo>
                    <a:pt x="7770" y="9712"/>
                  </a:lnTo>
                  <a:cubicBezTo>
                    <a:pt x="7770" y="10070"/>
                    <a:pt x="7480" y="10360"/>
                    <a:pt x="7123" y="10360"/>
                  </a:cubicBezTo>
                  <a:lnTo>
                    <a:pt x="648" y="10360"/>
                  </a:lnTo>
                  <a:cubicBezTo>
                    <a:pt x="290" y="10360"/>
                    <a:pt x="0" y="10070"/>
                    <a:pt x="0" y="9712"/>
                  </a:cubicBezTo>
                  <a:lnTo>
                    <a:pt x="0" y="647"/>
                  </a:lnTo>
                  <a:cubicBezTo>
                    <a:pt x="0" y="288"/>
                    <a:pt x="290" y="0"/>
                    <a:pt x="648" y="0"/>
                  </a:cubicBezTo>
                  <a:close/>
                  <a:moveTo>
                    <a:pt x="1295" y="1293"/>
                  </a:moveTo>
                  <a:lnTo>
                    <a:pt x="1295" y="8416"/>
                  </a:lnTo>
                  <a:lnTo>
                    <a:pt x="6475" y="8416"/>
                  </a:lnTo>
                  <a:lnTo>
                    <a:pt x="6475" y="1293"/>
                  </a:lnTo>
                  <a:lnTo>
                    <a:pt x="1295" y="1293"/>
                  </a:lnTo>
                  <a:close/>
                  <a:moveTo>
                    <a:pt x="3890" y="8902"/>
                  </a:moveTo>
                  <a:cubicBezTo>
                    <a:pt x="3621" y="8902"/>
                    <a:pt x="3405" y="9120"/>
                    <a:pt x="3405" y="9387"/>
                  </a:cubicBezTo>
                  <a:cubicBezTo>
                    <a:pt x="3405" y="9656"/>
                    <a:pt x="3622" y="9872"/>
                    <a:pt x="3890" y="9872"/>
                  </a:cubicBezTo>
                  <a:cubicBezTo>
                    <a:pt x="4157" y="9872"/>
                    <a:pt x="4375" y="9655"/>
                    <a:pt x="4375" y="9387"/>
                  </a:cubicBezTo>
                  <a:cubicBezTo>
                    <a:pt x="4376" y="9120"/>
                    <a:pt x="4159" y="8902"/>
                    <a:pt x="3890" y="8902"/>
                  </a:cubicBezTo>
                  <a:close/>
                  <a:moveTo>
                    <a:pt x="3413" y="5486"/>
                  </a:moveTo>
                  <a:lnTo>
                    <a:pt x="5026" y="3825"/>
                  </a:lnTo>
                  <a:cubicBezTo>
                    <a:pt x="5205" y="3641"/>
                    <a:pt x="5499" y="3636"/>
                    <a:pt x="5683" y="3815"/>
                  </a:cubicBezTo>
                  <a:lnTo>
                    <a:pt x="5688" y="3820"/>
                  </a:lnTo>
                  <a:cubicBezTo>
                    <a:pt x="5872" y="4005"/>
                    <a:pt x="5874" y="4303"/>
                    <a:pt x="5692" y="4491"/>
                  </a:cubicBezTo>
                  <a:lnTo>
                    <a:pt x="3769" y="6472"/>
                  </a:lnTo>
                  <a:cubicBezTo>
                    <a:pt x="3730" y="6511"/>
                    <a:pt x="3685" y="6543"/>
                    <a:pt x="3636" y="6567"/>
                  </a:cubicBezTo>
                  <a:cubicBezTo>
                    <a:pt x="3453" y="6665"/>
                    <a:pt x="3228" y="6631"/>
                    <a:pt x="3081" y="6485"/>
                  </a:cubicBezTo>
                  <a:lnTo>
                    <a:pt x="2081" y="5486"/>
                  </a:lnTo>
                  <a:cubicBezTo>
                    <a:pt x="1904" y="5296"/>
                    <a:pt x="1913" y="4997"/>
                    <a:pt x="2103" y="4820"/>
                  </a:cubicBezTo>
                  <a:cubicBezTo>
                    <a:pt x="2284" y="4650"/>
                    <a:pt x="2566" y="4650"/>
                    <a:pt x="2748" y="4820"/>
                  </a:cubicBezTo>
                  <a:lnTo>
                    <a:pt x="3413" y="548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60016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813529" y="6301982"/>
              <a:ext cx="165493" cy="165303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61650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215173" y="6316404"/>
              <a:ext cx="165493" cy="136459"/>
            </a:xfrm>
            <a:custGeom>
              <a:avLst/>
              <a:gdLst>
                <a:gd name="connsiteX0" fmla="*/ 435416 w 609586"/>
                <a:gd name="connsiteY0" fmla="*/ 80352 h 502648"/>
                <a:gd name="connsiteX1" fmla="*/ 551577 w 609586"/>
                <a:gd name="connsiteY1" fmla="*/ 190215 h 502648"/>
                <a:gd name="connsiteX2" fmla="*/ 551577 w 609586"/>
                <a:gd name="connsiteY2" fmla="*/ 217693 h 502648"/>
                <a:gd name="connsiteX3" fmla="*/ 496140 w 609586"/>
                <a:gd name="connsiteY3" fmla="*/ 310936 h 502648"/>
                <a:gd name="connsiteX4" fmla="*/ 609586 w 609586"/>
                <a:gd name="connsiteY4" fmla="*/ 437323 h 502648"/>
                <a:gd name="connsiteX5" fmla="*/ 580534 w 609586"/>
                <a:gd name="connsiteY5" fmla="*/ 464753 h 502648"/>
                <a:gd name="connsiteX6" fmla="*/ 504951 w 609586"/>
                <a:gd name="connsiteY6" fmla="*/ 464753 h 502648"/>
                <a:gd name="connsiteX7" fmla="*/ 373787 w 609586"/>
                <a:gd name="connsiteY7" fmla="*/ 301459 h 502648"/>
                <a:gd name="connsiteX8" fmla="*/ 426510 w 609586"/>
                <a:gd name="connsiteY8" fmla="*/ 179500 h 502648"/>
                <a:gd name="connsiteX9" fmla="*/ 426510 w 609586"/>
                <a:gd name="connsiteY9" fmla="*/ 143641 h 502648"/>
                <a:gd name="connsiteX10" fmla="*/ 412126 w 609586"/>
                <a:gd name="connsiteY10" fmla="*/ 82543 h 502648"/>
                <a:gd name="connsiteX11" fmla="*/ 435416 w 609586"/>
                <a:gd name="connsiteY11" fmla="*/ 80352 h 502648"/>
                <a:gd name="connsiteX12" fmla="*/ 227788 w 609586"/>
                <a:gd name="connsiteY12" fmla="*/ 0 h 502648"/>
                <a:gd name="connsiteX13" fmla="*/ 379662 w 609586"/>
                <a:gd name="connsiteY13" fmla="*/ 143662 h 502648"/>
                <a:gd name="connsiteX14" fmla="*/ 379662 w 609586"/>
                <a:gd name="connsiteY14" fmla="*/ 179565 h 502648"/>
                <a:gd name="connsiteX15" fmla="*/ 307225 w 609586"/>
                <a:gd name="connsiteY15" fmla="*/ 301465 h 502648"/>
                <a:gd name="connsiteX16" fmla="*/ 455528 w 609586"/>
                <a:gd name="connsiteY16" fmla="*/ 466745 h 502648"/>
                <a:gd name="connsiteX17" fmla="*/ 417524 w 609586"/>
                <a:gd name="connsiteY17" fmla="*/ 502648 h 502648"/>
                <a:gd name="connsiteX18" fmla="*/ 38004 w 609586"/>
                <a:gd name="connsiteY18" fmla="*/ 502648 h 502648"/>
                <a:gd name="connsiteX19" fmla="*/ 0 w 609586"/>
                <a:gd name="connsiteY19" fmla="*/ 466745 h 502648"/>
                <a:gd name="connsiteX20" fmla="*/ 148350 w 609586"/>
                <a:gd name="connsiteY20" fmla="*/ 301465 h 502648"/>
                <a:gd name="connsiteX21" fmla="*/ 75913 w 609586"/>
                <a:gd name="connsiteY21" fmla="*/ 179565 h 502648"/>
                <a:gd name="connsiteX22" fmla="*/ 75913 w 609586"/>
                <a:gd name="connsiteY22" fmla="*/ 143662 h 502648"/>
                <a:gd name="connsiteX23" fmla="*/ 227788 w 609586"/>
                <a:gd name="connsiteY23" fmla="*/ 0 h 50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586" h="502648">
                  <a:moveTo>
                    <a:pt x="435416" y="80352"/>
                  </a:moveTo>
                  <a:cubicBezTo>
                    <a:pt x="499521" y="80352"/>
                    <a:pt x="551577" y="129545"/>
                    <a:pt x="551577" y="190215"/>
                  </a:cubicBezTo>
                  <a:lnTo>
                    <a:pt x="551577" y="217693"/>
                  </a:lnTo>
                  <a:cubicBezTo>
                    <a:pt x="551577" y="257219"/>
                    <a:pt x="529288" y="291601"/>
                    <a:pt x="496140" y="310936"/>
                  </a:cubicBezTo>
                  <a:cubicBezTo>
                    <a:pt x="553434" y="331175"/>
                    <a:pt x="609586" y="382416"/>
                    <a:pt x="609586" y="437323"/>
                  </a:cubicBezTo>
                  <a:cubicBezTo>
                    <a:pt x="609586" y="452467"/>
                    <a:pt x="596584" y="464753"/>
                    <a:pt x="580534" y="464753"/>
                  </a:cubicBezTo>
                  <a:lnTo>
                    <a:pt x="504951" y="464753"/>
                  </a:lnTo>
                  <a:cubicBezTo>
                    <a:pt x="503855" y="393607"/>
                    <a:pt x="444465" y="318793"/>
                    <a:pt x="373787" y="301459"/>
                  </a:cubicBezTo>
                  <a:cubicBezTo>
                    <a:pt x="411936" y="270457"/>
                    <a:pt x="426510" y="231217"/>
                    <a:pt x="426510" y="179500"/>
                  </a:cubicBezTo>
                  <a:lnTo>
                    <a:pt x="426510" y="143641"/>
                  </a:lnTo>
                  <a:cubicBezTo>
                    <a:pt x="426510" y="121783"/>
                    <a:pt x="421318" y="101068"/>
                    <a:pt x="412126" y="82543"/>
                  </a:cubicBezTo>
                  <a:cubicBezTo>
                    <a:pt x="419651" y="81114"/>
                    <a:pt x="427415" y="80352"/>
                    <a:pt x="435416" y="80352"/>
                  </a:cubicBezTo>
                  <a:close/>
                  <a:moveTo>
                    <a:pt x="227788" y="0"/>
                  </a:moveTo>
                  <a:cubicBezTo>
                    <a:pt x="311607" y="0"/>
                    <a:pt x="379662" y="64378"/>
                    <a:pt x="379662" y="143662"/>
                  </a:cubicBezTo>
                  <a:lnTo>
                    <a:pt x="379662" y="179565"/>
                  </a:lnTo>
                  <a:cubicBezTo>
                    <a:pt x="379662" y="231230"/>
                    <a:pt x="350516" y="276180"/>
                    <a:pt x="307225" y="301465"/>
                  </a:cubicBezTo>
                  <a:cubicBezTo>
                    <a:pt x="382186" y="327940"/>
                    <a:pt x="455528" y="394986"/>
                    <a:pt x="455528" y="466745"/>
                  </a:cubicBezTo>
                  <a:cubicBezTo>
                    <a:pt x="455528" y="486554"/>
                    <a:pt x="438574" y="502648"/>
                    <a:pt x="417524" y="502648"/>
                  </a:cubicBezTo>
                  <a:lnTo>
                    <a:pt x="38004" y="502648"/>
                  </a:lnTo>
                  <a:cubicBezTo>
                    <a:pt x="16954" y="502648"/>
                    <a:pt x="0" y="486554"/>
                    <a:pt x="0" y="466745"/>
                  </a:cubicBezTo>
                  <a:cubicBezTo>
                    <a:pt x="0" y="394986"/>
                    <a:pt x="73389" y="327940"/>
                    <a:pt x="148350" y="301465"/>
                  </a:cubicBezTo>
                  <a:cubicBezTo>
                    <a:pt x="105012" y="276180"/>
                    <a:pt x="75913" y="231230"/>
                    <a:pt x="75913" y="179565"/>
                  </a:cubicBezTo>
                  <a:lnTo>
                    <a:pt x="75913" y="143662"/>
                  </a:lnTo>
                  <a:cubicBezTo>
                    <a:pt x="75913" y="64378"/>
                    <a:pt x="143969" y="0"/>
                    <a:pt x="22778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563283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634333" y="6301888"/>
              <a:ext cx="130437" cy="165492"/>
            </a:xfrm>
            <a:custGeom>
              <a:avLst/>
              <a:gdLst>
                <a:gd name="T0" fmla="*/ 3166 w 6332"/>
                <a:gd name="T1" fmla="*/ 0 h 8034"/>
                <a:gd name="T2" fmla="*/ 0 w 6332"/>
                <a:gd name="T3" fmla="*/ 3166 h 8034"/>
                <a:gd name="T4" fmla="*/ 2481 w 6332"/>
                <a:gd name="T5" fmla="*/ 7590 h 8034"/>
                <a:gd name="T6" fmla="*/ 3853 w 6332"/>
                <a:gd name="T7" fmla="*/ 7588 h 8034"/>
                <a:gd name="T8" fmla="*/ 6332 w 6332"/>
                <a:gd name="T9" fmla="*/ 3166 h 8034"/>
                <a:gd name="T10" fmla="*/ 3166 w 6332"/>
                <a:gd name="T11" fmla="*/ 0 h 8034"/>
                <a:gd name="T12" fmla="*/ 3166 w 6332"/>
                <a:gd name="T13" fmla="*/ 0 h 8034"/>
                <a:gd name="T14" fmla="*/ 3166 w 6332"/>
                <a:gd name="T15" fmla="*/ 0 h 8034"/>
                <a:gd name="T16" fmla="*/ 3166 w 6332"/>
                <a:gd name="T17" fmla="*/ 0 h 8034"/>
                <a:gd name="T18" fmla="*/ 3166 w 6332"/>
                <a:gd name="T19" fmla="*/ 4529 h 8034"/>
                <a:gd name="T20" fmla="*/ 1702 w 6332"/>
                <a:gd name="T21" fmla="*/ 3065 h 8034"/>
                <a:gd name="T22" fmla="*/ 3166 w 6332"/>
                <a:gd name="T23" fmla="*/ 1600 h 8034"/>
                <a:gd name="T24" fmla="*/ 4630 w 6332"/>
                <a:gd name="T25" fmla="*/ 3065 h 8034"/>
                <a:gd name="T26" fmla="*/ 3166 w 6332"/>
                <a:gd name="T27" fmla="*/ 4529 h 8034"/>
                <a:gd name="T28" fmla="*/ 3166 w 6332"/>
                <a:gd name="T29" fmla="*/ 4529 h 8034"/>
                <a:gd name="T30" fmla="*/ 3166 w 6332"/>
                <a:gd name="T31" fmla="*/ 4529 h 8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2" h="8034">
                  <a:moveTo>
                    <a:pt x="3166" y="0"/>
                  </a:moveTo>
                  <a:cubicBezTo>
                    <a:pt x="1418" y="0"/>
                    <a:pt x="0" y="1418"/>
                    <a:pt x="0" y="3166"/>
                  </a:cubicBezTo>
                  <a:cubicBezTo>
                    <a:pt x="0" y="4914"/>
                    <a:pt x="2481" y="7590"/>
                    <a:pt x="2481" y="7590"/>
                  </a:cubicBezTo>
                  <a:cubicBezTo>
                    <a:pt x="2859" y="8031"/>
                    <a:pt x="3478" y="8034"/>
                    <a:pt x="3853" y="7588"/>
                  </a:cubicBezTo>
                  <a:cubicBezTo>
                    <a:pt x="3853" y="7588"/>
                    <a:pt x="6332" y="4914"/>
                    <a:pt x="6332" y="3166"/>
                  </a:cubicBezTo>
                  <a:cubicBezTo>
                    <a:pt x="6332" y="1418"/>
                    <a:pt x="4914" y="0"/>
                    <a:pt x="3166" y="0"/>
                  </a:cubicBezTo>
                  <a:lnTo>
                    <a:pt x="3166" y="0"/>
                  </a:lnTo>
                  <a:lnTo>
                    <a:pt x="3166" y="0"/>
                  </a:lnTo>
                  <a:lnTo>
                    <a:pt x="3166" y="0"/>
                  </a:lnTo>
                  <a:close/>
                  <a:moveTo>
                    <a:pt x="3166" y="4529"/>
                  </a:moveTo>
                  <a:cubicBezTo>
                    <a:pt x="2357" y="4529"/>
                    <a:pt x="1702" y="3874"/>
                    <a:pt x="1702" y="3065"/>
                  </a:cubicBezTo>
                  <a:cubicBezTo>
                    <a:pt x="1702" y="2256"/>
                    <a:pt x="2357" y="1600"/>
                    <a:pt x="3166" y="1600"/>
                  </a:cubicBezTo>
                  <a:cubicBezTo>
                    <a:pt x="3975" y="1600"/>
                    <a:pt x="4630" y="2256"/>
                    <a:pt x="4630" y="3065"/>
                  </a:cubicBezTo>
                  <a:cubicBezTo>
                    <a:pt x="4630" y="3874"/>
                    <a:pt x="3975" y="4529"/>
                    <a:pt x="3166" y="4529"/>
                  </a:cubicBezTo>
                  <a:lnTo>
                    <a:pt x="3166" y="4529"/>
                  </a:lnTo>
                  <a:close/>
                  <a:moveTo>
                    <a:pt x="3166" y="4529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9" name="任意多边形: 形状 28"/>
          <p:cNvSpPr/>
          <p:nvPr/>
        </p:nvSpPr>
        <p:spPr>
          <a:xfrm>
            <a:off x="206915" y="5914097"/>
            <a:ext cx="6190255" cy="165449"/>
          </a:xfrm>
          <a:custGeom>
            <a:avLst/>
            <a:gdLst>
              <a:gd name="connsiteX0" fmla="*/ 8653366 w 12191779"/>
              <a:gd name="connsiteY0" fmla="*/ 4706 h 325854"/>
              <a:gd name="connsiteX1" fmla="*/ 10239238 w 12191779"/>
              <a:gd name="connsiteY1" fmla="*/ 19889 h 325854"/>
              <a:gd name="connsiteX2" fmla="*/ 11144148 w 12191779"/>
              <a:gd name="connsiteY2" fmla="*/ 28999 h 325854"/>
              <a:gd name="connsiteX3" fmla="*/ 11559405 w 12191779"/>
              <a:gd name="connsiteY3" fmla="*/ 44941 h 325854"/>
              <a:gd name="connsiteX4" fmla="*/ 12191779 w 12191779"/>
              <a:gd name="connsiteY4" fmla="*/ 135280 h 325854"/>
              <a:gd name="connsiteX5" fmla="*/ 12191020 w 12191779"/>
              <a:gd name="connsiteY5" fmla="*/ 148186 h 325854"/>
              <a:gd name="connsiteX6" fmla="*/ 11678592 w 12191779"/>
              <a:gd name="connsiteY6" fmla="*/ 255227 h 325854"/>
              <a:gd name="connsiteX7" fmla="*/ 11397705 w 12191779"/>
              <a:gd name="connsiteY7" fmla="*/ 270410 h 325854"/>
              <a:gd name="connsiteX8" fmla="*/ 11144908 w 12191779"/>
              <a:gd name="connsiteY8" fmla="*/ 285593 h 325854"/>
              <a:gd name="connsiteX9" fmla="*/ 10536825 w 12191779"/>
              <a:gd name="connsiteY9" fmla="*/ 296221 h 325854"/>
              <a:gd name="connsiteX10" fmla="*/ 10210389 w 12191779"/>
              <a:gd name="connsiteY10" fmla="*/ 307608 h 325854"/>
              <a:gd name="connsiteX11" fmla="*/ 8209262 w 12191779"/>
              <a:gd name="connsiteY11" fmla="*/ 311404 h 325854"/>
              <a:gd name="connsiteX12" fmla="*/ 7482753 w 12191779"/>
              <a:gd name="connsiteY12" fmla="*/ 324310 h 325854"/>
              <a:gd name="connsiteX13" fmla="*/ 7273986 w 12191779"/>
              <a:gd name="connsiteY13" fmla="*/ 321273 h 325854"/>
              <a:gd name="connsiteX14" fmla="*/ 7138856 w 12191779"/>
              <a:gd name="connsiteY14" fmla="*/ 313682 h 325854"/>
              <a:gd name="connsiteX15" fmla="*/ 6933126 w 12191779"/>
              <a:gd name="connsiteY15" fmla="*/ 325069 h 325854"/>
              <a:gd name="connsiteX16" fmla="*/ 5079274 w 12191779"/>
              <a:gd name="connsiteY16" fmla="*/ 323551 h 325854"/>
              <a:gd name="connsiteX17" fmla="*/ 4768021 w 12191779"/>
              <a:gd name="connsiteY17" fmla="*/ 310645 h 325854"/>
              <a:gd name="connsiteX18" fmla="*/ 4531165 w 12191779"/>
              <a:gd name="connsiteY18" fmla="*/ 322032 h 325854"/>
              <a:gd name="connsiteX19" fmla="*/ 4311770 w 12191779"/>
              <a:gd name="connsiteY19" fmla="*/ 311404 h 325854"/>
              <a:gd name="connsiteX20" fmla="*/ 3526046 w 12191779"/>
              <a:gd name="connsiteY20" fmla="*/ 315959 h 325854"/>
              <a:gd name="connsiteX21" fmla="*/ 2959718 w 12191779"/>
              <a:gd name="connsiteY21" fmla="*/ 321273 h 325854"/>
              <a:gd name="connsiteX22" fmla="*/ 2262815 w 12191779"/>
              <a:gd name="connsiteY22" fmla="*/ 306090 h 325854"/>
              <a:gd name="connsiteX23" fmla="*/ 1981928 w 12191779"/>
              <a:gd name="connsiteY23" fmla="*/ 306090 h 325854"/>
              <a:gd name="connsiteX24" fmla="*/ 1789104 w 12191779"/>
              <a:gd name="connsiteY24" fmla="*/ 307608 h 325854"/>
              <a:gd name="connsiteX25" fmla="*/ 1414841 w 12191779"/>
              <a:gd name="connsiteY25" fmla="*/ 297739 h 325854"/>
              <a:gd name="connsiteX26" fmla="*/ 1107384 w 12191779"/>
              <a:gd name="connsiteY26" fmla="*/ 287870 h 325854"/>
              <a:gd name="connsiteX27" fmla="*/ 840921 w 12191779"/>
              <a:gd name="connsiteY27" fmla="*/ 278001 h 325854"/>
              <a:gd name="connsiteX28" fmla="*/ 573699 w 12191779"/>
              <a:gd name="connsiteY28" fmla="*/ 262059 h 325854"/>
              <a:gd name="connsiteX29" fmla="*/ 10408 w 12191779"/>
              <a:gd name="connsiteY29" fmla="*/ 171720 h 325854"/>
              <a:gd name="connsiteX30" fmla="*/ 36219 w 12191779"/>
              <a:gd name="connsiteY30" fmla="*/ 126171 h 325854"/>
              <a:gd name="connsiteX31" fmla="*/ 500821 w 12191779"/>
              <a:gd name="connsiteY31" fmla="*/ 60883 h 325854"/>
              <a:gd name="connsiteX32" fmla="*/ 842440 w 12191779"/>
              <a:gd name="connsiteY32" fmla="*/ 43423 h 325854"/>
              <a:gd name="connsiteX33" fmla="*/ 1266806 w 12191779"/>
              <a:gd name="connsiteY33" fmla="*/ 19889 h 325854"/>
              <a:gd name="connsiteX34" fmla="*/ 1628163 w 12191779"/>
              <a:gd name="connsiteY34" fmla="*/ 3188 h 325854"/>
              <a:gd name="connsiteX35" fmla="*/ 2105671 w 12191779"/>
              <a:gd name="connsiteY35" fmla="*/ 3188 h 325854"/>
              <a:gd name="connsiteX36" fmla="*/ 8653366 w 12191779"/>
              <a:gd name="connsiteY36" fmla="*/ 4706 h 3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191779" h="325854">
                <a:moveTo>
                  <a:pt x="8653366" y="4706"/>
                </a:moveTo>
                <a:cubicBezTo>
                  <a:pt x="9181737" y="5465"/>
                  <a:pt x="9710867" y="-2126"/>
                  <a:pt x="10239238" y="19889"/>
                </a:cubicBezTo>
                <a:cubicBezTo>
                  <a:pt x="10540621" y="19130"/>
                  <a:pt x="10842005" y="29758"/>
                  <a:pt x="11144148" y="28999"/>
                </a:cubicBezTo>
                <a:cubicBezTo>
                  <a:pt x="11283073" y="25962"/>
                  <a:pt x="11420480" y="48737"/>
                  <a:pt x="11559405" y="44941"/>
                </a:cubicBezTo>
                <a:cubicBezTo>
                  <a:pt x="11771209" y="64679"/>
                  <a:pt x="11987568" y="69993"/>
                  <a:pt x="12191779" y="135280"/>
                </a:cubicBezTo>
                <a:cubicBezTo>
                  <a:pt x="12191779" y="138317"/>
                  <a:pt x="12191020" y="145149"/>
                  <a:pt x="12191020" y="148186"/>
                </a:cubicBezTo>
                <a:cubicBezTo>
                  <a:pt x="12031598" y="225620"/>
                  <a:pt x="11851679" y="238525"/>
                  <a:pt x="11678592" y="255227"/>
                </a:cubicBezTo>
                <a:cubicBezTo>
                  <a:pt x="11584457" y="249153"/>
                  <a:pt x="11491840" y="277242"/>
                  <a:pt x="11397705" y="270410"/>
                </a:cubicBezTo>
                <a:cubicBezTo>
                  <a:pt x="11312680" y="265096"/>
                  <a:pt x="11229932" y="288629"/>
                  <a:pt x="11144908" y="285593"/>
                </a:cubicBezTo>
                <a:cubicBezTo>
                  <a:pt x="10942213" y="283315"/>
                  <a:pt x="10739520" y="298498"/>
                  <a:pt x="10536825" y="296221"/>
                </a:cubicBezTo>
                <a:cubicBezTo>
                  <a:pt x="10428267" y="295462"/>
                  <a:pt x="10318949" y="296221"/>
                  <a:pt x="10210389" y="307608"/>
                </a:cubicBezTo>
                <a:cubicBezTo>
                  <a:pt x="9543853" y="309886"/>
                  <a:pt x="8876558" y="310645"/>
                  <a:pt x="8209262" y="311404"/>
                </a:cubicBezTo>
                <a:cubicBezTo>
                  <a:pt x="7967092" y="315959"/>
                  <a:pt x="7724163" y="299258"/>
                  <a:pt x="7482753" y="324310"/>
                </a:cubicBezTo>
                <a:cubicBezTo>
                  <a:pt x="7412911" y="331901"/>
                  <a:pt x="7343827" y="308367"/>
                  <a:pt x="7273986" y="321273"/>
                </a:cubicBezTo>
                <a:cubicBezTo>
                  <a:pt x="7228436" y="328865"/>
                  <a:pt x="7184405" y="311404"/>
                  <a:pt x="7138856" y="313682"/>
                </a:cubicBezTo>
                <a:cubicBezTo>
                  <a:pt x="7069773" y="309127"/>
                  <a:pt x="7001449" y="326587"/>
                  <a:pt x="6933126" y="325069"/>
                </a:cubicBezTo>
                <a:cubicBezTo>
                  <a:pt x="6315175" y="323551"/>
                  <a:pt x="5697224" y="325069"/>
                  <a:pt x="5079274" y="323551"/>
                </a:cubicBezTo>
                <a:cubicBezTo>
                  <a:pt x="4976788" y="303053"/>
                  <a:pt x="4872025" y="312922"/>
                  <a:pt x="4768021" y="310645"/>
                </a:cubicBezTo>
                <a:cubicBezTo>
                  <a:pt x="4689069" y="309886"/>
                  <a:pt x="4609358" y="308367"/>
                  <a:pt x="4531165" y="322032"/>
                </a:cubicBezTo>
                <a:cubicBezTo>
                  <a:pt x="4457527" y="334179"/>
                  <a:pt x="4385408" y="309127"/>
                  <a:pt x="4311770" y="311404"/>
                </a:cubicBezTo>
                <a:cubicBezTo>
                  <a:pt x="4049862" y="311404"/>
                  <a:pt x="3787954" y="314441"/>
                  <a:pt x="3526046" y="315959"/>
                </a:cubicBezTo>
                <a:cubicBezTo>
                  <a:pt x="3337017" y="308367"/>
                  <a:pt x="3147988" y="309886"/>
                  <a:pt x="2959718" y="321273"/>
                </a:cubicBezTo>
                <a:cubicBezTo>
                  <a:pt x="2728176" y="298498"/>
                  <a:pt x="2495116" y="318236"/>
                  <a:pt x="2262815" y="306090"/>
                </a:cubicBezTo>
                <a:cubicBezTo>
                  <a:pt x="2169439" y="288629"/>
                  <a:pt x="2075304" y="317477"/>
                  <a:pt x="1981928" y="306090"/>
                </a:cubicBezTo>
                <a:cubicBezTo>
                  <a:pt x="1917400" y="298498"/>
                  <a:pt x="1852872" y="313682"/>
                  <a:pt x="1789104" y="307608"/>
                </a:cubicBezTo>
                <a:cubicBezTo>
                  <a:pt x="1664602" y="297739"/>
                  <a:pt x="1539342" y="306849"/>
                  <a:pt x="1414841" y="297739"/>
                </a:cubicBezTo>
                <a:cubicBezTo>
                  <a:pt x="1312355" y="294703"/>
                  <a:pt x="1209870" y="285593"/>
                  <a:pt x="1107384" y="287870"/>
                </a:cubicBezTo>
                <a:cubicBezTo>
                  <a:pt x="1018563" y="284834"/>
                  <a:pt x="928983" y="290907"/>
                  <a:pt x="840921" y="278001"/>
                </a:cubicBezTo>
                <a:cubicBezTo>
                  <a:pt x="752100" y="266614"/>
                  <a:pt x="661761" y="280279"/>
                  <a:pt x="573699" y="262059"/>
                </a:cubicBezTo>
                <a:cubicBezTo>
                  <a:pt x="384670" y="247635"/>
                  <a:pt x="187290" y="249153"/>
                  <a:pt x="10408" y="171720"/>
                </a:cubicBezTo>
                <a:cubicBezTo>
                  <a:pt x="-17681" y="156537"/>
                  <a:pt x="17999" y="130726"/>
                  <a:pt x="36219" y="126171"/>
                </a:cubicBezTo>
                <a:cubicBezTo>
                  <a:pt x="187290" y="82899"/>
                  <a:pt x="345194" y="77585"/>
                  <a:pt x="500821" y="60883"/>
                </a:cubicBezTo>
                <a:cubicBezTo>
                  <a:pt x="615453" y="61643"/>
                  <a:pt x="728567" y="41905"/>
                  <a:pt x="842440" y="43423"/>
                </a:cubicBezTo>
                <a:cubicBezTo>
                  <a:pt x="982883" y="20648"/>
                  <a:pt x="1126363" y="38109"/>
                  <a:pt x="1266806" y="19889"/>
                </a:cubicBezTo>
                <a:cubicBezTo>
                  <a:pt x="1386752" y="9261"/>
                  <a:pt x="1508217" y="22926"/>
                  <a:pt x="1628163" y="3188"/>
                </a:cubicBezTo>
                <a:cubicBezTo>
                  <a:pt x="1786826" y="151"/>
                  <a:pt x="1947008" y="-2126"/>
                  <a:pt x="2105671" y="3188"/>
                </a:cubicBezTo>
                <a:lnTo>
                  <a:pt x="8653366" y="4706"/>
                </a:lnTo>
                <a:close/>
              </a:path>
            </a:pathLst>
          </a:custGeom>
          <a:solidFill>
            <a:schemeClr val="accent3"/>
          </a:solidFill>
          <a:ln w="759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681" y="992773"/>
            <a:ext cx="5091312" cy="5006754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7264400" y="350030"/>
            <a:ext cx="4446078" cy="26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作者介绍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故事剧情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作品主题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阅读感悟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552341" y="936964"/>
            <a:ext cx="6660737" cy="25853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5400" b="1" dirty="0">
                <a:ln w="6350">
                  <a:noFill/>
                </a:ln>
                <a:gradFill>
                  <a:gsLst>
                    <a:gs pos="5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cs typeface="+mn-ea"/>
                <a:sym typeface="+mn-lt"/>
              </a:rPr>
              <a:t>Language as Infrastructure of Economic Trust</a:t>
            </a:r>
            <a:endParaRPr kumimoji="0" lang="zh-CN" altLang="en-US" sz="5400" b="1" i="0" u="none" strike="noStrike" kern="1200" cap="none" spc="0" normalizeH="0" baseline="0" noProof="0" dirty="0">
              <a:ln w="6350">
                <a:noFill/>
              </a:ln>
              <a:gradFill>
                <a:gsLst>
                  <a:gs pos="500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707320" y="3479012"/>
            <a:ext cx="6969353" cy="1729049"/>
            <a:chOff x="5565886" y="3076041"/>
            <a:chExt cx="6969353" cy="120032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6684448" y="3929924"/>
              <a:ext cx="5687372" cy="0"/>
            </a:xfrm>
            <a:prstGeom prst="line">
              <a:avLst/>
            </a:prstGeom>
            <a:noFill/>
            <a:ln w="6350" cap="flat" cmpd="sng" algn="ctr">
              <a:solidFill>
                <a:schemeClr val="accent3"/>
              </a:solidFill>
              <a:prstDash val="dash"/>
              <a:miter lim="800000"/>
            </a:ln>
            <a:effectLst/>
          </p:spPr>
        </p:cxnSp>
        <p:sp>
          <p:nvSpPr>
            <p:cNvPr id="43" name="文本框 42"/>
            <p:cNvSpPr txBox="1"/>
            <p:nvPr/>
          </p:nvSpPr>
          <p:spPr>
            <a:xfrm>
              <a:off x="6586398" y="4037962"/>
              <a:ext cx="5543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MO YAN'S LITERATURE AND NOVEL READING SHARING PPT</a:t>
              </a:r>
              <a:endPara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771200" y="3237357"/>
              <a:ext cx="781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 w="6350">
                  <a:noFill/>
                </a:ln>
                <a:gradFill>
                  <a:gsLst>
                    <a:gs pos="500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0608216" y="3237357"/>
              <a:ext cx="781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 w="6350">
                  <a:noFill/>
                </a:ln>
                <a:gradFill>
                  <a:gsLst>
                    <a:gs pos="500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565886" y="3076041"/>
              <a:ext cx="69693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kern="0" dirty="0">
                  <a:ln w="6350">
                    <a:noFill/>
                  </a:ln>
                  <a:gradFill>
                    <a:gsLst>
                      <a:gs pos="5000">
                        <a:schemeClr val="accent3"/>
                      </a:gs>
                      <a:gs pos="100000">
                        <a:schemeClr val="accent4"/>
                      </a:gs>
                    </a:gsLst>
                    <a:lin ang="2700000" scaled="1"/>
                  </a:gradFill>
                  <a:cs typeface="+mn-ea"/>
                  <a:sym typeface="+mn-lt"/>
                </a:rPr>
                <a:t>Linguistics × Economic Civilization</a:t>
              </a:r>
              <a:endParaRPr kumimoji="0" lang="zh-CN" altLang="en-US" sz="3600" b="0" i="0" u="none" strike="noStrike" kern="0" cap="none" spc="0" normalizeH="0" baseline="0" noProof="0" dirty="0">
                <a:ln w="6350">
                  <a:noFill/>
                </a:ln>
                <a:gradFill>
                  <a:gsLst>
                    <a:gs pos="500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39CE462-FFF0-E0EF-ADBD-488F80F4B44B}"/>
              </a:ext>
            </a:extLst>
          </p:cNvPr>
          <p:cNvGrpSpPr/>
          <p:nvPr/>
        </p:nvGrpSpPr>
        <p:grpSpPr>
          <a:xfrm>
            <a:off x="6993887" y="5153508"/>
            <a:ext cx="4189503" cy="741048"/>
            <a:chOff x="573675" y="5559462"/>
            <a:chExt cx="3457631" cy="34735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8A3EDBC2-D3AB-BFBA-BD99-C709BDF327A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73675" y="5559462"/>
              <a:ext cx="1495710" cy="347354"/>
            </a:xfrm>
            <a:prstGeom prst="roundRect">
              <a:avLst>
                <a:gd name="adj" fmla="val 50000"/>
              </a:avLst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0251" tIns="45126" rIns="90251" bIns="4512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3721" dist="53721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1A7FB51-6C96-39BE-8761-F3851A986119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573675" y="5631617"/>
              <a:ext cx="1495710" cy="186983"/>
            </a:xfrm>
            <a:prstGeom prst="rect">
              <a:avLst/>
            </a:prstGeom>
            <a:noFill/>
            <a:effectLst/>
          </p:spPr>
          <p:txBody>
            <a:bodyPr wrap="square" lIns="90251" tIns="45126" rIns="90251" bIns="45126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演讲人：刘畅</a:t>
              </a:r>
              <a:endPara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7605" dist="37605" dir="2700012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F69F82A-ADCF-7193-28E2-83E19B8CB3C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486327" y="5559464"/>
              <a:ext cx="1544979" cy="347354"/>
            </a:xfrm>
            <a:prstGeom prst="roundRect">
              <a:avLst>
                <a:gd name="adj" fmla="val 50000"/>
              </a:avLst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0251" tIns="45126" rIns="90251" bIns="4512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3721" dist="53721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1D84E86-3303-C21D-1E60-23B730977F3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35596" y="5639647"/>
              <a:ext cx="1495710" cy="186983"/>
            </a:xfrm>
            <a:prstGeom prst="rect">
              <a:avLst/>
            </a:prstGeom>
            <a:noFill/>
            <a:effectLst/>
          </p:spPr>
          <p:txBody>
            <a:bodyPr wrap="square" lIns="90251" tIns="45126" rIns="90251" bIns="45126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时间</a:t>
              </a:r>
              <a:r>
                <a:rPr lang="zh-CN" altLang="en-US" sz="2000" kern="0" dirty="0"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：</a:t>
              </a:r>
              <a:r>
                <a:rPr lang="en-US" altLang="zh-CN" sz="2000" kern="0" dirty="0"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2026.5</a:t>
              </a:r>
              <a:endPara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7605" dist="37605" dir="2700012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3E4E3814-4333-0CA1-7723-EA5F49F8FFD3}"/>
              </a:ext>
            </a:extLst>
          </p:cNvPr>
          <p:cNvSpPr/>
          <p:nvPr/>
        </p:nvSpPr>
        <p:spPr>
          <a:xfrm>
            <a:off x="0" y="581480"/>
            <a:ext cx="12191996" cy="6276521"/>
          </a:xfrm>
          <a:custGeom>
            <a:avLst/>
            <a:gdLst>
              <a:gd name="connsiteX0" fmla="*/ 12140510 w 12191996"/>
              <a:gd name="connsiteY0" fmla="*/ 0 h 6276521"/>
              <a:gd name="connsiteX1" fmla="*/ 12191996 w 12191996"/>
              <a:gd name="connsiteY1" fmla="*/ 0 h 6276521"/>
              <a:gd name="connsiteX2" fmla="*/ 12191996 w 12191996"/>
              <a:gd name="connsiteY2" fmla="*/ 6276521 h 6276521"/>
              <a:gd name="connsiteX3" fmla="*/ 0 w 12191996"/>
              <a:gd name="connsiteY3" fmla="*/ 6276521 h 6276521"/>
              <a:gd name="connsiteX4" fmla="*/ 0 w 12191996"/>
              <a:gd name="connsiteY4" fmla="*/ 5587978 h 6276521"/>
              <a:gd name="connsiteX5" fmla="*/ 170475 w 12191996"/>
              <a:gd name="connsiteY5" fmla="*/ 5648914 h 6276521"/>
              <a:gd name="connsiteX6" fmla="*/ 4805856 w 12191996"/>
              <a:gd name="connsiteY6" fmla="*/ 5894967 h 6276521"/>
              <a:gd name="connsiteX7" fmla="*/ 12110777 w 12191996"/>
              <a:gd name="connsiteY7" fmla="*/ 49637 h 627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276521">
                <a:moveTo>
                  <a:pt x="12140510" y="0"/>
                </a:moveTo>
                <a:lnTo>
                  <a:pt x="12191996" y="0"/>
                </a:lnTo>
                <a:lnTo>
                  <a:pt x="12191996" y="6276521"/>
                </a:lnTo>
                <a:lnTo>
                  <a:pt x="0" y="6276521"/>
                </a:lnTo>
                <a:lnTo>
                  <a:pt x="0" y="5587978"/>
                </a:lnTo>
                <a:lnTo>
                  <a:pt x="170475" y="5648914"/>
                </a:lnTo>
                <a:cubicBezTo>
                  <a:pt x="1663291" y="6133802"/>
                  <a:pt x="3426169" y="6278391"/>
                  <a:pt x="4805856" y="5894967"/>
                </a:cubicBezTo>
                <a:cubicBezTo>
                  <a:pt x="7181983" y="5234627"/>
                  <a:pt x="11080602" y="1676396"/>
                  <a:pt x="12110777" y="49637"/>
                </a:cubicBezTo>
                <a:close/>
              </a:path>
            </a:pathLst>
          </a:custGeom>
          <a:gradFill flip="none" rotWithShape="0">
            <a:gsLst>
              <a:gs pos="0">
                <a:schemeClr val="accent3"/>
              </a:gs>
              <a:gs pos="98000">
                <a:schemeClr val="accent4"/>
              </a:gs>
            </a:gsLst>
            <a:lin ang="2700000" scaled="0"/>
            <a:tileRect/>
          </a:gradFill>
          <a:ln w="350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662DF0A8-F5A9-B42C-DD7B-BCC29A379DE3}"/>
              </a:ext>
            </a:extLst>
          </p:cNvPr>
          <p:cNvSpPr/>
          <p:nvPr/>
        </p:nvSpPr>
        <p:spPr>
          <a:xfrm>
            <a:off x="0" y="1721108"/>
            <a:ext cx="12192000" cy="5136893"/>
          </a:xfrm>
          <a:custGeom>
            <a:avLst/>
            <a:gdLst>
              <a:gd name="connsiteX0" fmla="*/ 12192000 w 12192000"/>
              <a:gd name="connsiteY0" fmla="*/ 0 h 5136893"/>
              <a:gd name="connsiteX1" fmla="*/ 12192000 w 12192000"/>
              <a:gd name="connsiteY1" fmla="*/ 5136893 h 5136893"/>
              <a:gd name="connsiteX2" fmla="*/ 0 w 12192000"/>
              <a:gd name="connsiteY2" fmla="*/ 5136893 h 5136893"/>
              <a:gd name="connsiteX3" fmla="*/ 0 w 12192000"/>
              <a:gd name="connsiteY3" fmla="*/ 4813085 h 5136893"/>
              <a:gd name="connsiteX4" fmla="*/ 18861 w 12192000"/>
              <a:gd name="connsiteY4" fmla="*/ 4817406 h 5136893"/>
              <a:gd name="connsiteX5" fmla="*/ 4836239 w 12192000"/>
              <a:gd name="connsiteY5" fmla="*/ 4761337 h 5136893"/>
              <a:gd name="connsiteX6" fmla="*/ 12121700 w 12192000"/>
              <a:gd name="connsiteY6" fmla="*/ 81868 h 513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6893">
                <a:moveTo>
                  <a:pt x="12192000" y="0"/>
                </a:moveTo>
                <a:lnTo>
                  <a:pt x="12192000" y="5136893"/>
                </a:lnTo>
                <a:lnTo>
                  <a:pt x="0" y="5136893"/>
                </a:lnTo>
                <a:lnTo>
                  <a:pt x="0" y="4813085"/>
                </a:lnTo>
                <a:lnTo>
                  <a:pt x="18861" y="4817406"/>
                </a:lnTo>
                <a:cubicBezTo>
                  <a:pt x="1573640" y="5130328"/>
                  <a:pt x="3408991" y="5122627"/>
                  <a:pt x="4836239" y="4761337"/>
                </a:cubicBezTo>
                <a:cubicBezTo>
                  <a:pt x="7140649" y="4178004"/>
                  <a:pt x="10796706" y="1572876"/>
                  <a:pt x="12121700" y="81868"/>
                </a:cubicBezTo>
                <a:close/>
              </a:path>
            </a:pathLst>
          </a:custGeom>
          <a:gradFill flip="none" rotWithShape="0"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76200" dir="18900000" algn="bl" rotWithShape="0">
              <a:sysClr val="windowText" lastClr="000000">
                <a:lumMod val="75000"/>
                <a:lumOff val="25000"/>
                <a:alpha val="30000"/>
              </a:sys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0356178" y="6248365"/>
            <a:ext cx="272539" cy="272538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0430383" y="6301888"/>
            <a:ext cx="124128" cy="165492"/>
          </a:xfrm>
          <a:custGeom>
            <a:avLst/>
            <a:gdLst>
              <a:gd name="T0" fmla="*/ 648 w 7770"/>
              <a:gd name="T1" fmla="*/ 0 h 10360"/>
              <a:gd name="T2" fmla="*/ 7123 w 7770"/>
              <a:gd name="T3" fmla="*/ 0 h 10360"/>
              <a:gd name="T4" fmla="*/ 7770 w 7770"/>
              <a:gd name="T5" fmla="*/ 647 h 10360"/>
              <a:gd name="T6" fmla="*/ 7770 w 7770"/>
              <a:gd name="T7" fmla="*/ 9712 h 10360"/>
              <a:gd name="T8" fmla="*/ 7123 w 7770"/>
              <a:gd name="T9" fmla="*/ 10360 h 10360"/>
              <a:gd name="T10" fmla="*/ 648 w 7770"/>
              <a:gd name="T11" fmla="*/ 10360 h 10360"/>
              <a:gd name="T12" fmla="*/ 0 w 7770"/>
              <a:gd name="T13" fmla="*/ 9712 h 10360"/>
              <a:gd name="T14" fmla="*/ 0 w 7770"/>
              <a:gd name="T15" fmla="*/ 647 h 10360"/>
              <a:gd name="T16" fmla="*/ 648 w 7770"/>
              <a:gd name="T17" fmla="*/ 0 h 10360"/>
              <a:gd name="T18" fmla="*/ 1295 w 7770"/>
              <a:gd name="T19" fmla="*/ 1293 h 10360"/>
              <a:gd name="T20" fmla="*/ 1295 w 7770"/>
              <a:gd name="T21" fmla="*/ 8416 h 10360"/>
              <a:gd name="T22" fmla="*/ 6475 w 7770"/>
              <a:gd name="T23" fmla="*/ 8416 h 10360"/>
              <a:gd name="T24" fmla="*/ 6475 w 7770"/>
              <a:gd name="T25" fmla="*/ 1293 h 10360"/>
              <a:gd name="T26" fmla="*/ 1295 w 7770"/>
              <a:gd name="T27" fmla="*/ 1293 h 10360"/>
              <a:gd name="T28" fmla="*/ 3890 w 7770"/>
              <a:gd name="T29" fmla="*/ 8902 h 10360"/>
              <a:gd name="T30" fmla="*/ 3405 w 7770"/>
              <a:gd name="T31" fmla="*/ 9387 h 10360"/>
              <a:gd name="T32" fmla="*/ 3890 w 7770"/>
              <a:gd name="T33" fmla="*/ 9872 h 10360"/>
              <a:gd name="T34" fmla="*/ 4375 w 7770"/>
              <a:gd name="T35" fmla="*/ 9387 h 10360"/>
              <a:gd name="T36" fmla="*/ 3890 w 7770"/>
              <a:gd name="T37" fmla="*/ 8902 h 10360"/>
              <a:gd name="T38" fmla="*/ 3413 w 7770"/>
              <a:gd name="T39" fmla="*/ 5486 h 10360"/>
              <a:gd name="T40" fmla="*/ 5026 w 7770"/>
              <a:gd name="T41" fmla="*/ 3825 h 10360"/>
              <a:gd name="T42" fmla="*/ 5683 w 7770"/>
              <a:gd name="T43" fmla="*/ 3815 h 10360"/>
              <a:gd name="T44" fmla="*/ 5688 w 7770"/>
              <a:gd name="T45" fmla="*/ 3820 h 10360"/>
              <a:gd name="T46" fmla="*/ 5692 w 7770"/>
              <a:gd name="T47" fmla="*/ 4491 h 10360"/>
              <a:gd name="T48" fmla="*/ 3769 w 7770"/>
              <a:gd name="T49" fmla="*/ 6472 h 10360"/>
              <a:gd name="T50" fmla="*/ 3636 w 7770"/>
              <a:gd name="T51" fmla="*/ 6567 h 10360"/>
              <a:gd name="T52" fmla="*/ 3081 w 7770"/>
              <a:gd name="T53" fmla="*/ 6485 h 10360"/>
              <a:gd name="T54" fmla="*/ 2081 w 7770"/>
              <a:gd name="T55" fmla="*/ 5486 h 10360"/>
              <a:gd name="T56" fmla="*/ 2103 w 7770"/>
              <a:gd name="T57" fmla="*/ 4820 h 10360"/>
              <a:gd name="T58" fmla="*/ 2748 w 7770"/>
              <a:gd name="T59" fmla="*/ 4820 h 10360"/>
              <a:gd name="T60" fmla="*/ 3413 w 7770"/>
              <a:gd name="T61" fmla="*/ 5486 h 10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7770" h="10360">
                <a:moveTo>
                  <a:pt x="648" y="0"/>
                </a:moveTo>
                <a:lnTo>
                  <a:pt x="7123" y="0"/>
                </a:lnTo>
                <a:cubicBezTo>
                  <a:pt x="7480" y="0"/>
                  <a:pt x="7770" y="290"/>
                  <a:pt x="7770" y="647"/>
                </a:cubicBezTo>
                <a:lnTo>
                  <a:pt x="7770" y="9712"/>
                </a:lnTo>
                <a:cubicBezTo>
                  <a:pt x="7770" y="10070"/>
                  <a:pt x="7480" y="10360"/>
                  <a:pt x="7123" y="10360"/>
                </a:cubicBezTo>
                <a:lnTo>
                  <a:pt x="648" y="10360"/>
                </a:lnTo>
                <a:cubicBezTo>
                  <a:pt x="290" y="10360"/>
                  <a:pt x="0" y="10070"/>
                  <a:pt x="0" y="9712"/>
                </a:cubicBezTo>
                <a:lnTo>
                  <a:pt x="0" y="647"/>
                </a:lnTo>
                <a:cubicBezTo>
                  <a:pt x="0" y="288"/>
                  <a:pt x="290" y="0"/>
                  <a:pt x="648" y="0"/>
                </a:cubicBezTo>
                <a:close/>
                <a:moveTo>
                  <a:pt x="1295" y="1293"/>
                </a:moveTo>
                <a:lnTo>
                  <a:pt x="1295" y="8416"/>
                </a:lnTo>
                <a:lnTo>
                  <a:pt x="6475" y="8416"/>
                </a:lnTo>
                <a:lnTo>
                  <a:pt x="6475" y="1293"/>
                </a:lnTo>
                <a:lnTo>
                  <a:pt x="1295" y="1293"/>
                </a:lnTo>
                <a:close/>
                <a:moveTo>
                  <a:pt x="3890" y="8902"/>
                </a:moveTo>
                <a:cubicBezTo>
                  <a:pt x="3621" y="8902"/>
                  <a:pt x="3405" y="9120"/>
                  <a:pt x="3405" y="9387"/>
                </a:cubicBezTo>
                <a:cubicBezTo>
                  <a:pt x="3405" y="9656"/>
                  <a:pt x="3622" y="9872"/>
                  <a:pt x="3890" y="9872"/>
                </a:cubicBezTo>
                <a:cubicBezTo>
                  <a:pt x="4157" y="9872"/>
                  <a:pt x="4375" y="9655"/>
                  <a:pt x="4375" y="9387"/>
                </a:cubicBezTo>
                <a:cubicBezTo>
                  <a:pt x="4376" y="9120"/>
                  <a:pt x="4159" y="8902"/>
                  <a:pt x="3890" y="8902"/>
                </a:cubicBezTo>
                <a:close/>
                <a:moveTo>
                  <a:pt x="3413" y="5486"/>
                </a:moveTo>
                <a:lnTo>
                  <a:pt x="5026" y="3825"/>
                </a:lnTo>
                <a:cubicBezTo>
                  <a:pt x="5205" y="3641"/>
                  <a:pt x="5499" y="3636"/>
                  <a:pt x="5683" y="3815"/>
                </a:cubicBezTo>
                <a:lnTo>
                  <a:pt x="5688" y="3820"/>
                </a:lnTo>
                <a:cubicBezTo>
                  <a:pt x="5872" y="4005"/>
                  <a:pt x="5874" y="4303"/>
                  <a:pt x="5692" y="4491"/>
                </a:cubicBezTo>
                <a:lnTo>
                  <a:pt x="3769" y="6472"/>
                </a:lnTo>
                <a:cubicBezTo>
                  <a:pt x="3730" y="6511"/>
                  <a:pt x="3685" y="6543"/>
                  <a:pt x="3636" y="6567"/>
                </a:cubicBezTo>
                <a:cubicBezTo>
                  <a:pt x="3453" y="6665"/>
                  <a:pt x="3228" y="6631"/>
                  <a:pt x="3081" y="6485"/>
                </a:cubicBezTo>
                <a:lnTo>
                  <a:pt x="2081" y="5486"/>
                </a:lnTo>
                <a:cubicBezTo>
                  <a:pt x="1904" y="5296"/>
                  <a:pt x="1913" y="4997"/>
                  <a:pt x="2103" y="4820"/>
                </a:cubicBezTo>
                <a:cubicBezTo>
                  <a:pt x="2284" y="4650"/>
                  <a:pt x="2566" y="4650"/>
                  <a:pt x="2748" y="4820"/>
                </a:cubicBezTo>
                <a:lnTo>
                  <a:pt x="3413" y="548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0757812" y="6248365"/>
            <a:ext cx="272539" cy="272538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10811325" y="6301982"/>
            <a:ext cx="165493" cy="165303"/>
          </a:xfrm>
          <a:custGeom>
            <a:avLst/>
            <a:gdLst>
              <a:gd name="T0" fmla="*/ 10906 w 12797"/>
              <a:gd name="T1" fmla="*/ 1875 h 12781"/>
              <a:gd name="T2" fmla="*/ 6391 w 12797"/>
              <a:gd name="T3" fmla="*/ 0 h 12781"/>
              <a:gd name="T4" fmla="*/ 1875 w 12797"/>
              <a:gd name="T5" fmla="*/ 1875 h 12781"/>
              <a:gd name="T6" fmla="*/ 1234 w 12797"/>
              <a:gd name="T7" fmla="*/ 2625 h 12781"/>
              <a:gd name="T8" fmla="*/ 0 w 12797"/>
              <a:gd name="T9" fmla="*/ 6391 h 12781"/>
              <a:gd name="T10" fmla="*/ 1875 w 12797"/>
              <a:gd name="T11" fmla="*/ 10906 h 12781"/>
              <a:gd name="T12" fmla="*/ 6391 w 12797"/>
              <a:gd name="T13" fmla="*/ 12781 h 12781"/>
              <a:gd name="T14" fmla="*/ 10906 w 12797"/>
              <a:gd name="T15" fmla="*/ 10906 h 12781"/>
              <a:gd name="T16" fmla="*/ 12781 w 12797"/>
              <a:gd name="T17" fmla="*/ 6391 h 12781"/>
              <a:gd name="T18" fmla="*/ 11219 w 12797"/>
              <a:gd name="T19" fmla="*/ 9484 h 12781"/>
              <a:gd name="T20" fmla="*/ 9906 w 12797"/>
              <a:gd name="T21" fmla="*/ 6719 h 12781"/>
              <a:gd name="T22" fmla="*/ 11219 w 12797"/>
              <a:gd name="T23" fmla="*/ 9484 h 12781"/>
              <a:gd name="T24" fmla="*/ 2891 w 12797"/>
              <a:gd name="T25" fmla="*/ 6734 h 12781"/>
              <a:gd name="T26" fmla="*/ 1578 w 12797"/>
              <a:gd name="T27" fmla="*/ 9500 h 12781"/>
              <a:gd name="T28" fmla="*/ 1609 w 12797"/>
              <a:gd name="T29" fmla="*/ 3250 h 12781"/>
              <a:gd name="T30" fmla="*/ 2891 w 12797"/>
              <a:gd name="T31" fmla="*/ 6063 h 12781"/>
              <a:gd name="T32" fmla="*/ 1609 w 12797"/>
              <a:gd name="T33" fmla="*/ 3250 h 12781"/>
              <a:gd name="T34" fmla="*/ 3563 w 12797"/>
              <a:gd name="T35" fmla="*/ 6063 h 12781"/>
              <a:gd name="T36" fmla="*/ 6063 w 12797"/>
              <a:gd name="T37" fmla="*/ 4203 h 12781"/>
              <a:gd name="T38" fmla="*/ 6063 w 12797"/>
              <a:gd name="T39" fmla="*/ 6734 h 12781"/>
              <a:gd name="T40" fmla="*/ 3813 w 12797"/>
              <a:gd name="T41" fmla="*/ 8750 h 12781"/>
              <a:gd name="T42" fmla="*/ 6063 w 12797"/>
              <a:gd name="T43" fmla="*/ 6734 h 12781"/>
              <a:gd name="T44" fmla="*/ 9234 w 12797"/>
              <a:gd name="T45" fmla="*/ 6734 h 12781"/>
              <a:gd name="T46" fmla="*/ 6734 w 12797"/>
              <a:gd name="T47" fmla="*/ 8516 h 12781"/>
              <a:gd name="T48" fmla="*/ 6734 w 12797"/>
              <a:gd name="T49" fmla="*/ 6063 h 12781"/>
              <a:gd name="T50" fmla="*/ 8969 w 12797"/>
              <a:gd name="T51" fmla="*/ 3969 h 12781"/>
              <a:gd name="T52" fmla="*/ 6734 w 12797"/>
              <a:gd name="T53" fmla="*/ 6063 h 12781"/>
              <a:gd name="T54" fmla="*/ 6734 w 12797"/>
              <a:gd name="T55" fmla="*/ 719 h 12781"/>
              <a:gd name="T56" fmla="*/ 8344 w 12797"/>
              <a:gd name="T57" fmla="*/ 2266 h 12781"/>
              <a:gd name="T58" fmla="*/ 6734 w 12797"/>
              <a:gd name="T59" fmla="*/ 3531 h 12781"/>
              <a:gd name="T60" fmla="*/ 6063 w 12797"/>
              <a:gd name="T61" fmla="*/ 719 h 12781"/>
              <a:gd name="T62" fmla="*/ 4016 w 12797"/>
              <a:gd name="T63" fmla="*/ 3313 h 12781"/>
              <a:gd name="T64" fmla="*/ 5375 w 12797"/>
              <a:gd name="T65" fmla="*/ 1078 h 12781"/>
              <a:gd name="T66" fmla="*/ 6063 w 12797"/>
              <a:gd name="T67" fmla="*/ 12078 h 12781"/>
              <a:gd name="T68" fmla="*/ 4453 w 12797"/>
              <a:gd name="T69" fmla="*/ 10531 h 12781"/>
              <a:gd name="T70" fmla="*/ 6063 w 12797"/>
              <a:gd name="T71" fmla="*/ 9188 h 12781"/>
              <a:gd name="T72" fmla="*/ 6734 w 12797"/>
              <a:gd name="T73" fmla="*/ 12078 h 12781"/>
              <a:gd name="T74" fmla="*/ 8797 w 12797"/>
              <a:gd name="T75" fmla="*/ 9406 h 12781"/>
              <a:gd name="T76" fmla="*/ 7422 w 12797"/>
              <a:gd name="T77" fmla="*/ 11719 h 12781"/>
              <a:gd name="T78" fmla="*/ 9625 w 12797"/>
              <a:gd name="T79" fmla="*/ 3828 h 12781"/>
              <a:gd name="T80" fmla="*/ 12125 w 12797"/>
              <a:gd name="T81" fmla="*/ 6063 h 12781"/>
              <a:gd name="T82" fmla="*/ 10438 w 12797"/>
              <a:gd name="T83" fmla="*/ 2344 h 12781"/>
              <a:gd name="T84" fmla="*/ 9438 w 12797"/>
              <a:gd name="T85" fmla="*/ 3172 h 12781"/>
              <a:gd name="T86" fmla="*/ 8297 w 12797"/>
              <a:gd name="T87" fmla="*/ 1000 h 12781"/>
              <a:gd name="T88" fmla="*/ 4484 w 12797"/>
              <a:gd name="T89" fmla="*/ 1000 h 12781"/>
              <a:gd name="T90" fmla="*/ 3344 w 12797"/>
              <a:gd name="T91" fmla="*/ 3172 h 12781"/>
              <a:gd name="T92" fmla="*/ 2344 w 12797"/>
              <a:gd name="T93" fmla="*/ 2344 h 12781"/>
              <a:gd name="T94" fmla="*/ 2344 w 12797"/>
              <a:gd name="T95" fmla="*/ 10438 h 12781"/>
              <a:gd name="T96" fmla="*/ 3328 w 12797"/>
              <a:gd name="T97" fmla="*/ 9547 h 12781"/>
              <a:gd name="T98" fmla="*/ 4484 w 12797"/>
              <a:gd name="T99" fmla="*/ 11781 h 12781"/>
              <a:gd name="T100" fmla="*/ 8297 w 12797"/>
              <a:gd name="T101" fmla="*/ 11797 h 12781"/>
              <a:gd name="T102" fmla="*/ 9453 w 12797"/>
              <a:gd name="T103" fmla="*/ 9563 h 12781"/>
              <a:gd name="T104" fmla="*/ 10438 w 12797"/>
              <a:gd name="T105" fmla="*/ 10453 h 12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797" h="12781">
                <a:moveTo>
                  <a:pt x="12281" y="3906"/>
                </a:moveTo>
                <a:cubicBezTo>
                  <a:pt x="11953" y="3141"/>
                  <a:pt x="11500" y="2453"/>
                  <a:pt x="10906" y="1875"/>
                </a:cubicBezTo>
                <a:cubicBezTo>
                  <a:pt x="10313" y="1281"/>
                  <a:pt x="9641" y="828"/>
                  <a:pt x="8875" y="500"/>
                </a:cubicBezTo>
                <a:cubicBezTo>
                  <a:pt x="8094" y="172"/>
                  <a:pt x="7266" y="0"/>
                  <a:pt x="6391" y="0"/>
                </a:cubicBezTo>
                <a:cubicBezTo>
                  <a:pt x="5531" y="0"/>
                  <a:pt x="4688" y="172"/>
                  <a:pt x="3906" y="500"/>
                </a:cubicBezTo>
                <a:cubicBezTo>
                  <a:pt x="3141" y="828"/>
                  <a:pt x="2453" y="1281"/>
                  <a:pt x="1875" y="1875"/>
                </a:cubicBezTo>
                <a:cubicBezTo>
                  <a:pt x="1641" y="2109"/>
                  <a:pt x="1438" y="2344"/>
                  <a:pt x="1250" y="2594"/>
                </a:cubicBezTo>
                <a:cubicBezTo>
                  <a:pt x="1250" y="2594"/>
                  <a:pt x="1234" y="2609"/>
                  <a:pt x="1234" y="2625"/>
                </a:cubicBezTo>
                <a:cubicBezTo>
                  <a:pt x="938" y="3016"/>
                  <a:pt x="703" y="3453"/>
                  <a:pt x="500" y="3906"/>
                </a:cubicBezTo>
                <a:cubicBezTo>
                  <a:pt x="172" y="4688"/>
                  <a:pt x="0" y="5531"/>
                  <a:pt x="0" y="6391"/>
                </a:cubicBezTo>
                <a:cubicBezTo>
                  <a:pt x="0" y="7250"/>
                  <a:pt x="172" y="8094"/>
                  <a:pt x="500" y="8875"/>
                </a:cubicBezTo>
                <a:cubicBezTo>
                  <a:pt x="828" y="9641"/>
                  <a:pt x="1281" y="10328"/>
                  <a:pt x="1875" y="10906"/>
                </a:cubicBezTo>
                <a:cubicBezTo>
                  <a:pt x="2469" y="11484"/>
                  <a:pt x="3141" y="11953"/>
                  <a:pt x="3906" y="12281"/>
                </a:cubicBezTo>
                <a:cubicBezTo>
                  <a:pt x="4688" y="12609"/>
                  <a:pt x="5531" y="12781"/>
                  <a:pt x="6391" y="12781"/>
                </a:cubicBezTo>
                <a:cubicBezTo>
                  <a:pt x="7250" y="12781"/>
                  <a:pt x="8094" y="12609"/>
                  <a:pt x="8875" y="12281"/>
                </a:cubicBezTo>
                <a:cubicBezTo>
                  <a:pt x="9641" y="11953"/>
                  <a:pt x="10328" y="11500"/>
                  <a:pt x="10906" y="10906"/>
                </a:cubicBezTo>
                <a:cubicBezTo>
                  <a:pt x="11500" y="10313"/>
                  <a:pt x="11953" y="9641"/>
                  <a:pt x="12281" y="8875"/>
                </a:cubicBezTo>
                <a:cubicBezTo>
                  <a:pt x="12609" y="8094"/>
                  <a:pt x="12781" y="7250"/>
                  <a:pt x="12781" y="6391"/>
                </a:cubicBezTo>
                <a:cubicBezTo>
                  <a:pt x="12797" y="5531"/>
                  <a:pt x="12625" y="4688"/>
                  <a:pt x="12281" y="3906"/>
                </a:cubicBezTo>
                <a:close/>
                <a:moveTo>
                  <a:pt x="11219" y="9484"/>
                </a:moveTo>
                <a:cubicBezTo>
                  <a:pt x="10766" y="9250"/>
                  <a:pt x="10234" y="9047"/>
                  <a:pt x="9641" y="8891"/>
                </a:cubicBezTo>
                <a:cubicBezTo>
                  <a:pt x="9797" y="8203"/>
                  <a:pt x="9891" y="7469"/>
                  <a:pt x="9906" y="6719"/>
                </a:cubicBezTo>
                <a:lnTo>
                  <a:pt x="12109" y="6719"/>
                </a:lnTo>
                <a:cubicBezTo>
                  <a:pt x="12047" y="7719"/>
                  <a:pt x="11734" y="8672"/>
                  <a:pt x="11219" y="9484"/>
                </a:cubicBezTo>
                <a:close/>
                <a:moveTo>
                  <a:pt x="688" y="6734"/>
                </a:moveTo>
                <a:lnTo>
                  <a:pt x="2891" y="6734"/>
                </a:lnTo>
                <a:cubicBezTo>
                  <a:pt x="2906" y="7484"/>
                  <a:pt x="3000" y="8219"/>
                  <a:pt x="3156" y="8906"/>
                </a:cubicBezTo>
                <a:cubicBezTo>
                  <a:pt x="2563" y="9063"/>
                  <a:pt x="2031" y="9266"/>
                  <a:pt x="1578" y="9500"/>
                </a:cubicBezTo>
                <a:cubicBezTo>
                  <a:pt x="1047" y="8672"/>
                  <a:pt x="734" y="7719"/>
                  <a:pt x="688" y="6734"/>
                </a:cubicBezTo>
                <a:close/>
                <a:moveTo>
                  <a:pt x="1609" y="3250"/>
                </a:moveTo>
                <a:cubicBezTo>
                  <a:pt x="2063" y="3484"/>
                  <a:pt x="2578" y="3672"/>
                  <a:pt x="3172" y="3828"/>
                </a:cubicBezTo>
                <a:cubicBezTo>
                  <a:pt x="3000" y="4531"/>
                  <a:pt x="2906" y="5281"/>
                  <a:pt x="2891" y="6063"/>
                </a:cubicBezTo>
                <a:lnTo>
                  <a:pt x="688" y="6063"/>
                </a:lnTo>
                <a:cubicBezTo>
                  <a:pt x="734" y="5047"/>
                  <a:pt x="1063" y="4078"/>
                  <a:pt x="1609" y="3250"/>
                </a:cubicBezTo>
                <a:close/>
                <a:moveTo>
                  <a:pt x="6063" y="6063"/>
                </a:moveTo>
                <a:lnTo>
                  <a:pt x="3563" y="6063"/>
                </a:lnTo>
                <a:cubicBezTo>
                  <a:pt x="3578" y="5328"/>
                  <a:pt x="3672" y="4625"/>
                  <a:pt x="3828" y="3969"/>
                </a:cubicBezTo>
                <a:cubicBezTo>
                  <a:pt x="4531" y="4109"/>
                  <a:pt x="5281" y="4188"/>
                  <a:pt x="6063" y="4203"/>
                </a:cubicBezTo>
                <a:lnTo>
                  <a:pt x="6063" y="6063"/>
                </a:lnTo>
                <a:close/>
                <a:moveTo>
                  <a:pt x="6063" y="6734"/>
                </a:moveTo>
                <a:lnTo>
                  <a:pt x="6063" y="8516"/>
                </a:lnTo>
                <a:cubicBezTo>
                  <a:pt x="5281" y="8531"/>
                  <a:pt x="4531" y="8609"/>
                  <a:pt x="3813" y="8750"/>
                </a:cubicBezTo>
                <a:cubicBezTo>
                  <a:pt x="3672" y="8125"/>
                  <a:pt x="3578" y="7438"/>
                  <a:pt x="3563" y="6734"/>
                </a:cubicBezTo>
                <a:lnTo>
                  <a:pt x="6063" y="6734"/>
                </a:lnTo>
                <a:close/>
                <a:moveTo>
                  <a:pt x="6734" y="6734"/>
                </a:moveTo>
                <a:lnTo>
                  <a:pt x="9234" y="6734"/>
                </a:lnTo>
                <a:cubicBezTo>
                  <a:pt x="9219" y="7438"/>
                  <a:pt x="9125" y="8125"/>
                  <a:pt x="8984" y="8750"/>
                </a:cubicBezTo>
                <a:cubicBezTo>
                  <a:pt x="8281" y="8609"/>
                  <a:pt x="7516" y="8531"/>
                  <a:pt x="6734" y="8516"/>
                </a:cubicBezTo>
                <a:lnTo>
                  <a:pt x="6734" y="6734"/>
                </a:lnTo>
                <a:close/>
                <a:moveTo>
                  <a:pt x="6734" y="6063"/>
                </a:moveTo>
                <a:lnTo>
                  <a:pt x="6734" y="4203"/>
                </a:lnTo>
                <a:cubicBezTo>
                  <a:pt x="7516" y="4188"/>
                  <a:pt x="8266" y="4109"/>
                  <a:pt x="8969" y="3969"/>
                </a:cubicBezTo>
                <a:cubicBezTo>
                  <a:pt x="9125" y="4625"/>
                  <a:pt x="9219" y="5328"/>
                  <a:pt x="9234" y="6063"/>
                </a:cubicBezTo>
                <a:lnTo>
                  <a:pt x="6734" y="6063"/>
                </a:lnTo>
                <a:close/>
                <a:moveTo>
                  <a:pt x="6734" y="3531"/>
                </a:moveTo>
                <a:lnTo>
                  <a:pt x="6734" y="719"/>
                </a:lnTo>
                <a:cubicBezTo>
                  <a:pt x="6969" y="781"/>
                  <a:pt x="7203" y="891"/>
                  <a:pt x="7422" y="1078"/>
                </a:cubicBezTo>
                <a:cubicBezTo>
                  <a:pt x="7766" y="1359"/>
                  <a:pt x="8078" y="1750"/>
                  <a:pt x="8344" y="2266"/>
                </a:cubicBezTo>
                <a:cubicBezTo>
                  <a:pt x="8516" y="2594"/>
                  <a:pt x="8656" y="2938"/>
                  <a:pt x="8781" y="3313"/>
                </a:cubicBezTo>
                <a:cubicBezTo>
                  <a:pt x="8141" y="3438"/>
                  <a:pt x="7453" y="3516"/>
                  <a:pt x="6734" y="3531"/>
                </a:cubicBezTo>
                <a:close/>
                <a:moveTo>
                  <a:pt x="5375" y="1078"/>
                </a:moveTo>
                <a:cubicBezTo>
                  <a:pt x="5594" y="891"/>
                  <a:pt x="5828" y="781"/>
                  <a:pt x="6063" y="719"/>
                </a:cubicBezTo>
                <a:lnTo>
                  <a:pt x="6063" y="3531"/>
                </a:lnTo>
                <a:cubicBezTo>
                  <a:pt x="5344" y="3516"/>
                  <a:pt x="4656" y="3438"/>
                  <a:pt x="4016" y="3313"/>
                </a:cubicBezTo>
                <a:cubicBezTo>
                  <a:pt x="4141" y="2938"/>
                  <a:pt x="4281" y="2578"/>
                  <a:pt x="4453" y="2266"/>
                </a:cubicBezTo>
                <a:cubicBezTo>
                  <a:pt x="4719" y="1750"/>
                  <a:pt x="5031" y="1344"/>
                  <a:pt x="5375" y="1078"/>
                </a:cubicBezTo>
                <a:close/>
                <a:moveTo>
                  <a:pt x="6063" y="9188"/>
                </a:moveTo>
                <a:lnTo>
                  <a:pt x="6063" y="12078"/>
                </a:lnTo>
                <a:cubicBezTo>
                  <a:pt x="5828" y="12016"/>
                  <a:pt x="5594" y="11906"/>
                  <a:pt x="5375" y="11719"/>
                </a:cubicBezTo>
                <a:cubicBezTo>
                  <a:pt x="5031" y="11438"/>
                  <a:pt x="4719" y="11047"/>
                  <a:pt x="4453" y="10531"/>
                </a:cubicBezTo>
                <a:cubicBezTo>
                  <a:pt x="4281" y="10188"/>
                  <a:pt x="4125" y="9813"/>
                  <a:pt x="4000" y="9406"/>
                </a:cubicBezTo>
                <a:cubicBezTo>
                  <a:pt x="4641" y="9281"/>
                  <a:pt x="5344" y="9203"/>
                  <a:pt x="6063" y="9188"/>
                </a:cubicBezTo>
                <a:close/>
                <a:moveTo>
                  <a:pt x="7422" y="11719"/>
                </a:moveTo>
                <a:cubicBezTo>
                  <a:pt x="7203" y="11906"/>
                  <a:pt x="6969" y="12016"/>
                  <a:pt x="6734" y="12078"/>
                </a:cubicBezTo>
                <a:lnTo>
                  <a:pt x="6734" y="9188"/>
                </a:lnTo>
                <a:cubicBezTo>
                  <a:pt x="7453" y="9203"/>
                  <a:pt x="8156" y="9281"/>
                  <a:pt x="8797" y="9406"/>
                </a:cubicBezTo>
                <a:cubicBezTo>
                  <a:pt x="8672" y="9813"/>
                  <a:pt x="8516" y="10188"/>
                  <a:pt x="8344" y="10531"/>
                </a:cubicBezTo>
                <a:cubicBezTo>
                  <a:pt x="8078" y="11047"/>
                  <a:pt x="7766" y="11438"/>
                  <a:pt x="7422" y="11719"/>
                </a:cubicBezTo>
                <a:close/>
                <a:moveTo>
                  <a:pt x="9906" y="6063"/>
                </a:moveTo>
                <a:cubicBezTo>
                  <a:pt x="9891" y="5281"/>
                  <a:pt x="9781" y="4531"/>
                  <a:pt x="9625" y="3828"/>
                </a:cubicBezTo>
                <a:cubicBezTo>
                  <a:pt x="10203" y="3672"/>
                  <a:pt x="10734" y="3484"/>
                  <a:pt x="11188" y="3250"/>
                </a:cubicBezTo>
                <a:cubicBezTo>
                  <a:pt x="11734" y="4078"/>
                  <a:pt x="12063" y="5047"/>
                  <a:pt x="12125" y="6063"/>
                </a:cubicBezTo>
                <a:lnTo>
                  <a:pt x="9906" y="6063"/>
                </a:lnTo>
                <a:close/>
                <a:moveTo>
                  <a:pt x="10438" y="2344"/>
                </a:moveTo>
                <a:cubicBezTo>
                  <a:pt x="10547" y="2453"/>
                  <a:pt x="10656" y="2578"/>
                  <a:pt x="10766" y="2703"/>
                </a:cubicBezTo>
                <a:cubicBezTo>
                  <a:pt x="10375" y="2891"/>
                  <a:pt x="9938" y="3047"/>
                  <a:pt x="9438" y="3172"/>
                </a:cubicBezTo>
                <a:cubicBezTo>
                  <a:pt x="9297" y="2734"/>
                  <a:pt x="9125" y="2328"/>
                  <a:pt x="8938" y="1953"/>
                </a:cubicBezTo>
                <a:cubicBezTo>
                  <a:pt x="8750" y="1578"/>
                  <a:pt x="8531" y="1266"/>
                  <a:pt x="8297" y="1000"/>
                </a:cubicBezTo>
                <a:cubicBezTo>
                  <a:pt x="9094" y="1281"/>
                  <a:pt x="9828" y="1734"/>
                  <a:pt x="10438" y="2344"/>
                </a:cubicBezTo>
                <a:close/>
                <a:moveTo>
                  <a:pt x="4484" y="1000"/>
                </a:moveTo>
                <a:cubicBezTo>
                  <a:pt x="4250" y="1266"/>
                  <a:pt x="4031" y="1594"/>
                  <a:pt x="3844" y="1953"/>
                </a:cubicBezTo>
                <a:cubicBezTo>
                  <a:pt x="3656" y="2328"/>
                  <a:pt x="3484" y="2734"/>
                  <a:pt x="3344" y="3172"/>
                </a:cubicBezTo>
                <a:cubicBezTo>
                  <a:pt x="2844" y="3047"/>
                  <a:pt x="2406" y="2891"/>
                  <a:pt x="2016" y="2703"/>
                </a:cubicBezTo>
                <a:cubicBezTo>
                  <a:pt x="2125" y="2578"/>
                  <a:pt x="2219" y="2469"/>
                  <a:pt x="2344" y="2344"/>
                </a:cubicBezTo>
                <a:cubicBezTo>
                  <a:pt x="2969" y="1734"/>
                  <a:pt x="3688" y="1281"/>
                  <a:pt x="4484" y="1000"/>
                </a:cubicBezTo>
                <a:close/>
                <a:moveTo>
                  <a:pt x="2344" y="10438"/>
                </a:moveTo>
                <a:cubicBezTo>
                  <a:pt x="2219" y="10313"/>
                  <a:pt x="2094" y="10172"/>
                  <a:pt x="1984" y="10031"/>
                </a:cubicBezTo>
                <a:cubicBezTo>
                  <a:pt x="2375" y="9844"/>
                  <a:pt x="2828" y="9672"/>
                  <a:pt x="3328" y="9547"/>
                </a:cubicBezTo>
                <a:cubicBezTo>
                  <a:pt x="3469" y="10016"/>
                  <a:pt x="3641" y="10438"/>
                  <a:pt x="3844" y="10828"/>
                </a:cubicBezTo>
                <a:cubicBezTo>
                  <a:pt x="4031" y="11203"/>
                  <a:pt x="4250" y="11516"/>
                  <a:pt x="4484" y="11781"/>
                </a:cubicBezTo>
                <a:cubicBezTo>
                  <a:pt x="3688" y="11516"/>
                  <a:pt x="2969" y="11063"/>
                  <a:pt x="2344" y="10438"/>
                </a:cubicBezTo>
                <a:close/>
                <a:moveTo>
                  <a:pt x="8297" y="11797"/>
                </a:moveTo>
                <a:cubicBezTo>
                  <a:pt x="8531" y="11531"/>
                  <a:pt x="8750" y="11203"/>
                  <a:pt x="8938" y="10844"/>
                </a:cubicBezTo>
                <a:cubicBezTo>
                  <a:pt x="9141" y="10453"/>
                  <a:pt x="9313" y="10016"/>
                  <a:pt x="9453" y="9563"/>
                </a:cubicBezTo>
                <a:cubicBezTo>
                  <a:pt x="9953" y="9688"/>
                  <a:pt x="10406" y="9859"/>
                  <a:pt x="10797" y="10047"/>
                </a:cubicBezTo>
                <a:cubicBezTo>
                  <a:pt x="10688" y="10188"/>
                  <a:pt x="10563" y="10313"/>
                  <a:pt x="10438" y="10453"/>
                </a:cubicBezTo>
                <a:cubicBezTo>
                  <a:pt x="9828" y="11063"/>
                  <a:pt x="9094" y="11516"/>
                  <a:pt x="8297" y="1179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159446" y="6248365"/>
            <a:ext cx="272539" cy="272538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11212969" y="6316404"/>
            <a:ext cx="165493" cy="136459"/>
          </a:xfrm>
          <a:custGeom>
            <a:avLst/>
            <a:gdLst>
              <a:gd name="connsiteX0" fmla="*/ 435416 w 609586"/>
              <a:gd name="connsiteY0" fmla="*/ 80352 h 502648"/>
              <a:gd name="connsiteX1" fmla="*/ 551577 w 609586"/>
              <a:gd name="connsiteY1" fmla="*/ 190215 h 502648"/>
              <a:gd name="connsiteX2" fmla="*/ 551577 w 609586"/>
              <a:gd name="connsiteY2" fmla="*/ 217693 h 502648"/>
              <a:gd name="connsiteX3" fmla="*/ 496140 w 609586"/>
              <a:gd name="connsiteY3" fmla="*/ 310936 h 502648"/>
              <a:gd name="connsiteX4" fmla="*/ 609586 w 609586"/>
              <a:gd name="connsiteY4" fmla="*/ 437323 h 502648"/>
              <a:gd name="connsiteX5" fmla="*/ 580534 w 609586"/>
              <a:gd name="connsiteY5" fmla="*/ 464753 h 502648"/>
              <a:gd name="connsiteX6" fmla="*/ 504951 w 609586"/>
              <a:gd name="connsiteY6" fmla="*/ 464753 h 502648"/>
              <a:gd name="connsiteX7" fmla="*/ 373787 w 609586"/>
              <a:gd name="connsiteY7" fmla="*/ 301459 h 502648"/>
              <a:gd name="connsiteX8" fmla="*/ 426510 w 609586"/>
              <a:gd name="connsiteY8" fmla="*/ 179500 h 502648"/>
              <a:gd name="connsiteX9" fmla="*/ 426510 w 609586"/>
              <a:gd name="connsiteY9" fmla="*/ 143641 h 502648"/>
              <a:gd name="connsiteX10" fmla="*/ 412126 w 609586"/>
              <a:gd name="connsiteY10" fmla="*/ 82543 h 502648"/>
              <a:gd name="connsiteX11" fmla="*/ 435416 w 609586"/>
              <a:gd name="connsiteY11" fmla="*/ 80352 h 502648"/>
              <a:gd name="connsiteX12" fmla="*/ 227788 w 609586"/>
              <a:gd name="connsiteY12" fmla="*/ 0 h 502648"/>
              <a:gd name="connsiteX13" fmla="*/ 379662 w 609586"/>
              <a:gd name="connsiteY13" fmla="*/ 143662 h 502648"/>
              <a:gd name="connsiteX14" fmla="*/ 379662 w 609586"/>
              <a:gd name="connsiteY14" fmla="*/ 179565 h 502648"/>
              <a:gd name="connsiteX15" fmla="*/ 307225 w 609586"/>
              <a:gd name="connsiteY15" fmla="*/ 301465 h 502648"/>
              <a:gd name="connsiteX16" fmla="*/ 455528 w 609586"/>
              <a:gd name="connsiteY16" fmla="*/ 466745 h 502648"/>
              <a:gd name="connsiteX17" fmla="*/ 417524 w 609586"/>
              <a:gd name="connsiteY17" fmla="*/ 502648 h 502648"/>
              <a:gd name="connsiteX18" fmla="*/ 38004 w 609586"/>
              <a:gd name="connsiteY18" fmla="*/ 502648 h 502648"/>
              <a:gd name="connsiteX19" fmla="*/ 0 w 609586"/>
              <a:gd name="connsiteY19" fmla="*/ 466745 h 502648"/>
              <a:gd name="connsiteX20" fmla="*/ 148350 w 609586"/>
              <a:gd name="connsiteY20" fmla="*/ 301465 h 502648"/>
              <a:gd name="connsiteX21" fmla="*/ 75913 w 609586"/>
              <a:gd name="connsiteY21" fmla="*/ 179565 h 502648"/>
              <a:gd name="connsiteX22" fmla="*/ 75913 w 609586"/>
              <a:gd name="connsiteY22" fmla="*/ 143662 h 502648"/>
              <a:gd name="connsiteX23" fmla="*/ 227788 w 609586"/>
              <a:gd name="connsiteY23" fmla="*/ 0 h 50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9586" h="502648">
                <a:moveTo>
                  <a:pt x="435416" y="80352"/>
                </a:moveTo>
                <a:cubicBezTo>
                  <a:pt x="499521" y="80352"/>
                  <a:pt x="551577" y="129545"/>
                  <a:pt x="551577" y="190215"/>
                </a:cubicBezTo>
                <a:lnTo>
                  <a:pt x="551577" y="217693"/>
                </a:lnTo>
                <a:cubicBezTo>
                  <a:pt x="551577" y="257219"/>
                  <a:pt x="529288" y="291601"/>
                  <a:pt x="496140" y="310936"/>
                </a:cubicBezTo>
                <a:cubicBezTo>
                  <a:pt x="553434" y="331175"/>
                  <a:pt x="609586" y="382416"/>
                  <a:pt x="609586" y="437323"/>
                </a:cubicBezTo>
                <a:cubicBezTo>
                  <a:pt x="609586" y="452467"/>
                  <a:pt x="596584" y="464753"/>
                  <a:pt x="580534" y="464753"/>
                </a:cubicBezTo>
                <a:lnTo>
                  <a:pt x="504951" y="464753"/>
                </a:lnTo>
                <a:cubicBezTo>
                  <a:pt x="503855" y="393607"/>
                  <a:pt x="444465" y="318793"/>
                  <a:pt x="373787" y="301459"/>
                </a:cubicBezTo>
                <a:cubicBezTo>
                  <a:pt x="411936" y="270457"/>
                  <a:pt x="426510" y="231217"/>
                  <a:pt x="426510" y="179500"/>
                </a:cubicBezTo>
                <a:lnTo>
                  <a:pt x="426510" y="143641"/>
                </a:lnTo>
                <a:cubicBezTo>
                  <a:pt x="426510" y="121783"/>
                  <a:pt x="421318" y="101068"/>
                  <a:pt x="412126" y="82543"/>
                </a:cubicBezTo>
                <a:cubicBezTo>
                  <a:pt x="419651" y="81114"/>
                  <a:pt x="427415" y="80352"/>
                  <a:pt x="435416" y="80352"/>
                </a:cubicBezTo>
                <a:close/>
                <a:moveTo>
                  <a:pt x="227788" y="0"/>
                </a:moveTo>
                <a:cubicBezTo>
                  <a:pt x="311607" y="0"/>
                  <a:pt x="379662" y="64378"/>
                  <a:pt x="379662" y="143662"/>
                </a:cubicBezTo>
                <a:lnTo>
                  <a:pt x="379662" y="179565"/>
                </a:lnTo>
                <a:cubicBezTo>
                  <a:pt x="379662" y="231230"/>
                  <a:pt x="350516" y="276180"/>
                  <a:pt x="307225" y="301465"/>
                </a:cubicBezTo>
                <a:cubicBezTo>
                  <a:pt x="382186" y="327940"/>
                  <a:pt x="455528" y="394986"/>
                  <a:pt x="455528" y="466745"/>
                </a:cubicBezTo>
                <a:cubicBezTo>
                  <a:pt x="455528" y="486554"/>
                  <a:pt x="438574" y="502648"/>
                  <a:pt x="417524" y="502648"/>
                </a:cubicBezTo>
                <a:lnTo>
                  <a:pt x="38004" y="502648"/>
                </a:lnTo>
                <a:cubicBezTo>
                  <a:pt x="16954" y="502648"/>
                  <a:pt x="0" y="486554"/>
                  <a:pt x="0" y="466745"/>
                </a:cubicBezTo>
                <a:cubicBezTo>
                  <a:pt x="0" y="394986"/>
                  <a:pt x="73389" y="327940"/>
                  <a:pt x="148350" y="301465"/>
                </a:cubicBezTo>
                <a:cubicBezTo>
                  <a:pt x="105012" y="276180"/>
                  <a:pt x="75913" y="231230"/>
                  <a:pt x="75913" y="179565"/>
                </a:cubicBezTo>
                <a:lnTo>
                  <a:pt x="75913" y="143662"/>
                </a:lnTo>
                <a:cubicBezTo>
                  <a:pt x="75913" y="64378"/>
                  <a:pt x="143969" y="0"/>
                  <a:pt x="22778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1561079" y="6248365"/>
            <a:ext cx="272539" cy="272538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11632129" y="6301888"/>
            <a:ext cx="130437" cy="165492"/>
          </a:xfrm>
          <a:custGeom>
            <a:avLst/>
            <a:gdLst>
              <a:gd name="T0" fmla="*/ 3166 w 6332"/>
              <a:gd name="T1" fmla="*/ 0 h 8034"/>
              <a:gd name="T2" fmla="*/ 0 w 6332"/>
              <a:gd name="T3" fmla="*/ 3166 h 8034"/>
              <a:gd name="T4" fmla="*/ 2481 w 6332"/>
              <a:gd name="T5" fmla="*/ 7590 h 8034"/>
              <a:gd name="T6" fmla="*/ 3853 w 6332"/>
              <a:gd name="T7" fmla="*/ 7588 h 8034"/>
              <a:gd name="T8" fmla="*/ 6332 w 6332"/>
              <a:gd name="T9" fmla="*/ 3166 h 8034"/>
              <a:gd name="T10" fmla="*/ 3166 w 6332"/>
              <a:gd name="T11" fmla="*/ 0 h 8034"/>
              <a:gd name="T12" fmla="*/ 3166 w 6332"/>
              <a:gd name="T13" fmla="*/ 0 h 8034"/>
              <a:gd name="T14" fmla="*/ 3166 w 6332"/>
              <a:gd name="T15" fmla="*/ 0 h 8034"/>
              <a:gd name="T16" fmla="*/ 3166 w 6332"/>
              <a:gd name="T17" fmla="*/ 0 h 8034"/>
              <a:gd name="T18" fmla="*/ 3166 w 6332"/>
              <a:gd name="T19" fmla="*/ 4529 h 8034"/>
              <a:gd name="T20" fmla="*/ 1702 w 6332"/>
              <a:gd name="T21" fmla="*/ 3065 h 8034"/>
              <a:gd name="T22" fmla="*/ 3166 w 6332"/>
              <a:gd name="T23" fmla="*/ 1600 h 8034"/>
              <a:gd name="T24" fmla="*/ 4630 w 6332"/>
              <a:gd name="T25" fmla="*/ 3065 h 8034"/>
              <a:gd name="T26" fmla="*/ 3166 w 6332"/>
              <a:gd name="T27" fmla="*/ 4529 h 8034"/>
              <a:gd name="T28" fmla="*/ 3166 w 6332"/>
              <a:gd name="T29" fmla="*/ 4529 h 8034"/>
              <a:gd name="T30" fmla="*/ 3166 w 6332"/>
              <a:gd name="T31" fmla="*/ 4529 h 8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332" h="8034">
                <a:moveTo>
                  <a:pt x="3166" y="0"/>
                </a:moveTo>
                <a:cubicBezTo>
                  <a:pt x="1418" y="0"/>
                  <a:pt x="0" y="1418"/>
                  <a:pt x="0" y="3166"/>
                </a:cubicBezTo>
                <a:cubicBezTo>
                  <a:pt x="0" y="4914"/>
                  <a:pt x="2481" y="7590"/>
                  <a:pt x="2481" y="7590"/>
                </a:cubicBezTo>
                <a:cubicBezTo>
                  <a:pt x="2859" y="8031"/>
                  <a:pt x="3478" y="8034"/>
                  <a:pt x="3853" y="7588"/>
                </a:cubicBezTo>
                <a:cubicBezTo>
                  <a:pt x="3853" y="7588"/>
                  <a:pt x="6332" y="4914"/>
                  <a:pt x="6332" y="3166"/>
                </a:cubicBezTo>
                <a:cubicBezTo>
                  <a:pt x="6332" y="1418"/>
                  <a:pt x="4914" y="0"/>
                  <a:pt x="3166" y="0"/>
                </a:cubicBezTo>
                <a:lnTo>
                  <a:pt x="3166" y="0"/>
                </a:lnTo>
                <a:lnTo>
                  <a:pt x="3166" y="0"/>
                </a:lnTo>
                <a:lnTo>
                  <a:pt x="3166" y="0"/>
                </a:lnTo>
                <a:close/>
                <a:moveTo>
                  <a:pt x="3166" y="4529"/>
                </a:moveTo>
                <a:cubicBezTo>
                  <a:pt x="2357" y="4529"/>
                  <a:pt x="1702" y="3874"/>
                  <a:pt x="1702" y="3065"/>
                </a:cubicBezTo>
                <a:cubicBezTo>
                  <a:pt x="1702" y="2256"/>
                  <a:pt x="2357" y="1600"/>
                  <a:pt x="3166" y="1600"/>
                </a:cubicBezTo>
                <a:cubicBezTo>
                  <a:pt x="3975" y="1600"/>
                  <a:pt x="4630" y="2256"/>
                  <a:pt x="4630" y="3065"/>
                </a:cubicBezTo>
                <a:cubicBezTo>
                  <a:pt x="4630" y="3874"/>
                  <a:pt x="3975" y="4529"/>
                  <a:pt x="3166" y="4529"/>
                </a:cubicBezTo>
                <a:lnTo>
                  <a:pt x="3166" y="4529"/>
                </a:lnTo>
                <a:close/>
                <a:moveTo>
                  <a:pt x="3166" y="4529"/>
                </a:move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7537385" y="2079202"/>
            <a:ext cx="4536485" cy="3727806"/>
            <a:chOff x="5794830" y="992773"/>
            <a:chExt cx="6190255" cy="5086773"/>
          </a:xfrm>
        </p:grpSpPr>
        <p:sp>
          <p:nvSpPr>
            <p:cNvPr id="29" name="任意多边形: 形状 28"/>
            <p:cNvSpPr/>
            <p:nvPr/>
          </p:nvSpPr>
          <p:spPr>
            <a:xfrm flipH="1">
              <a:off x="5794830" y="5914097"/>
              <a:ext cx="6190255" cy="165449"/>
            </a:xfrm>
            <a:custGeom>
              <a:avLst/>
              <a:gdLst>
                <a:gd name="connsiteX0" fmla="*/ 8653366 w 12191779"/>
                <a:gd name="connsiteY0" fmla="*/ 4706 h 325854"/>
                <a:gd name="connsiteX1" fmla="*/ 10239238 w 12191779"/>
                <a:gd name="connsiteY1" fmla="*/ 19889 h 325854"/>
                <a:gd name="connsiteX2" fmla="*/ 11144148 w 12191779"/>
                <a:gd name="connsiteY2" fmla="*/ 28999 h 325854"/>
                <a:gd name="connsiteX3" fmla="*/ 11559405 w 12191779"/>
                <a:gd name="connsiteY3" fmla="*/ 44941 h 325854"/>
                <a:gd name="connsiteX4" fmla="*/ 12191779 w 12191779"/>
                <a:gd name="connsiteY4" fmla="*/ 135280 h 325854"/>
                <a:gd name="connsiteX5" fmla="*/ 12191020 w 12191779"/>
                <a:gd name="connsiteY5" fmla="*/ 148186 h 325854"/>
                <a:gd name="connsiteX6" fmla="*/ 11678592 w 12191779"/>
                <a:gd name="connsiteY6" fmla="*/ 255227 h 325854"/>
                <a:gd name="connsiteX7" fmla="*/ 11397705 w 12191779"/>
                <a:gd name="connsiteY7" fmla="*/ 270410 h 325854"/>
                <a:gd name="connsiteX8" fmla="*/ 11144908 w 12191779"/>
                <a:gd name="connsiteY8" fmla="*/ 285593 h 325854"/>
                <a:gd name="connsiteX9" fmla="*/ 10536825 w 12191779"/>
                <a:gd name="connsiteY9" fmla="*/ 296221 h 325854"/>
                <a:gd name="connsiteX10" fmla="*/ 10210389 w 12191779"/>
                <a:gd name="connsiteY10" fmla="*/ 307608 h 325854"/>
                <a:gd name="connsiteX11" fmla="*/ 8209262 w 12191779"/>
                <a:gd name="connsiteY11" fmla="*/ 311404 h 325854"/>
                <a:gd name="connsiteX12" fmla="*/ 7482753 w 12191779"/>
                <a:gd name="connsiteY12" fmla="*/ 324310 h 325854"/>
                <a:gd name="connsiteX13" fmla="*/ 7273986 w 12191779"/>
                <a:gd name="connsiteY13" fmla="*/ 321273 h 325854"/>
                <a:gd name="connsiteX14" fmla="*/ 7138856 w 12191779"/>
                <a:gd name="connsiteY14" fmla="*/ 313682 h 325854"/>
                <a:gd name="connsiteX15" fmla="*/ 6933126 w 12191779"/>
                <a:gd name="connsiteY15" fmla="*/ 325069 h 325854"/>
                <a:gd name="connsiteX16" fmla="*/ 5079274 w 12191779"/>
                <a:gd name="connsiteY16" fmla="*/ 323551 h 325854"/>
                <a:gd name="connsiteX17" fmla="*/ 4768021 w 12191779"/>
                <a:gd name="connsiteY17" fmla="*/ 310645 h 325854"/>
                <a:gd name="connsiteX18" fmla="*/ 4531165 w 12191779"/>
                <a:gd name="connsiteY18" fmla="*/ 322032 h 325854"/>
                <a:gd name="connsiteX19" fmla="*/ 4311770 w 12191779"/>
                <a:gd name="connsiteY19" fmla="*/ 311404 h 325854"/>
                <a:gd name="connsiteX20" fmla="*/ 3526046 w 12191779"/>
                <a:gd name="connsiteY20" fmla="*/ 315959 h 325854"/>
                <a:gd name="connsiteX21" fmla="*/ 2959718 w 12191779"/>
                <a:gd name="connsiteY21" fmla="*/ 321273 h 325854"/>
                <a:gd name="connsiteX22" fmla="*/ 2262815 w 12191779"/>
                <a:gd name="connsiteY22" fmla="*/ 306090 h 325854"/>
                <a:gd name="connsiteX23" fmla="*/ 1981928 w 12191779"/>
                <a:gd name="connsiteY23" fmla="*/ 306090 h 325854"/>
                <a:gd name="connsiteX24" fmla="*/ 1789104 w 12191779"/>
                <a:gd name="connsiteY24" fmla="*/ 307608 h 325854"/>
                <a:gd name="connsiteX25" fmla="*/ 1414841 w 12191779"/>
                <a:gd name="connsiteY25" fmla="*/ 297739 h 325854"/>
                <a:gd name="connsiteX26" fmla="*/ 1107384 w 12191779"/>
                <a:gd name="connsiteY26" fmla="*/ 287870 h 325854"/>
                <a:gd name="connsiteX27" fmla="*/ 840921 w 12191779"/>
                <a:gd name="connsiteY27" fmla="*/ 278001 h 325854"/>
                <a:gd name="connsiteX28" fmla="*/ 573699 w 12191779"/>
                <a:gd name="connsiteY28" fmla="*/ 262059 h 325854"/>
                <a:gd name="connsiteX29" fmla="*/ 10408 w 12191779"/>
                <a:gd name="connsiteY29" fmla="*/ 171720 h 325854"/>
                <a:gd name="connsiteX30" fmla="*/ 36219 w 12191779"/>
                <a:gd name="connsiteY30" fmla="*/ 126171 h 325854"/>
                <a:gd name="connsiteX31" fmla="*/ 500821 w 12191779"/>
                <a:gd name="connsiteY31" fmla="*/ 60883 h 325854"/>
                <a:gd name="connsiteX32" fmla="*/ 842440 w 12191779"/>
                <a:gd name="connsiteY32" fmla="*/ 43423 h 325854"/>
                <a:gd name="connsiteX33" fmla="*/ 1266806 w 12191779"/>
                <a:gd name="connsiteY33" fmla="*/ 19889 h 325854"/>
                <a:gd name="connsiteX34" fmla="*/ 1628163 w 12191779"/>
                <a:gd name="connsiteY34" fmla="*/ 3188 h 325854"/>
                <a:gd name="connsiteX35" fmla="*/ 2105671 w 12191779"/>
                <a:gd name="connsiteY35" fmla="*/ 3188 h 325854"/>
                <a:gd name="connsiteX36" fmla="*/ 8653366 w 12191779"/>
                <a:gd name="connsiteY36" fmla="*/ 4706 h 32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2191779" h="325854">
                  <a:moveTo>
                    <a:pt x="8653366" y="4706"/>
                  </a:moveTo>
                  <a:cubicBezTo>
                    <a:pt x="9181737" y="5465"/>
                    <a:pt x="9710867" y="-2126"/>
                    <a:pt x="10239238" y="19889"/>
                  </a:cubicBezTo>
                  <a:cubicBezTo>
                    <a:pt x="10540621" y="19130"/>
                    <a:pt x="10842005" y="29758"/>
                    <a:pt x="11144148" y="28999"/>
                  </a:cubicBezTo>
                  <a:cubicBezTo>
                    <a:pt x="11283073" y="25962"/>
                    <a:pt x="11420480" y="48737"/>
                    <a:pt x="11559405" y="44941"/>
                  </a:cubicBezTo>
                  <a:cubicBezTo>
                    <a:pt x="11771209" y="64679"/>
                    <a:pt x="11987568" y="69993"/>
                    <a:pt x="12191779" y="135280"/>
                  </a:cubicBezTo>
                  <a:cubicBezTo>
                    <a:pt x="12191779" y="138317"/>
                    <a:pt x="12191020" y="145149"/>
                    <a:pt x="12191020" y="148186"/>
                  </a:cubicBezTo>
                  <a:cubicBezTo>
                    <a:pt x="12031598" y="225620"/>
                    <a:pt x="11851679" y="238525"/>
                    <a:pt x="11678592" y="255227"/>
                  </a:cubicBezTo>
                  <a:cubicBezTo>
                    <a:pt x="11584457" y="249153"/>
                    <a:pt x="11491840" y="277242"/>
                    <a:pt x="11397705" y="270410"/>
                  </a:cubicBezTo>
                  <a:cubicBezTo>
                    <a:pt x="11312680" y="265096"/>
                    <a:pt x="11229932" y="288629"/>
                    <a:pt x="11144908" y="285593"/>
                  </a:cubicBezTo>
                  <a:cubicBezTo>
                    <a:pt x="10942213" y="283315"/>
                    <a:pt x="10739520" y="298498"/>
                    <a:pt x="10536825" y="296221"/>
                  </a:cubicBezTo>
                  <a:cubicBezTo>
                    <a:pt x="10428267" y="295462"/>
                    <a:pt x="10318949" y="296221"/>
                    <a:pt x="10210389" y="307608"/>
                  </a:cubicBezTo>
                  <a:cubicBezTo>
                    <a:pt x="9543853" y="309886"/>
                    <a:pt x="8876558" y="310645"/>
                    <a:pt x="8209262" y="311404"/>
                  </a:cubicBezTo>
                  <a:cubicBezTo>
                    <a:pt x="7967092" y="315959"/>
                    <a:pt x="7724163" y="299258"/>
                    <a:pt x="7482753" y="324310"/>
                  </a:cubicBezTo>
                  <a:cubicBezTo>
                    <a:pt x="7412911" y="331901"/>
                    <a:pt x="7343827" y="308367"/>
                    <a:pt x="7273986" y="321273"/>
                  </a:cubicBezTo>
                  <a:cubicBezTo>
                    <a:pt x="7228436" y="328865"/>
                    <a:pt x="7184405" y="311404"/>
                    <a:pt x="7138856" y="313682"/>
                  </a:cubicBezTo>
                  <a:cubicBezTo>
                    <a:pt x="7069773" y="309127"/>
                    <a:pt x="7001449" y="326587"/>
                    <a:pt x="6933126" y="325069"/>
                  </a:cubicBezTo>
                  <a:cubicBezTo>
                    <a:pt x="6315175" y="323551"/>
                    <a:pt x="5697224" y="325069"/>
                    <a:pt x="5079274" y="323551"/>
                  </a:cubicBezTo>
                  <a:cubicBezTo>
                    <a:pt x="4976788" y="303053"/>
                    <a:pt x="4872025" y="312922"/>
                    <a:pt x="4768021" y="310645"/>
                  </a:cubicBezTo>
                  <a:cubicBezTo>
                    <a:pt x="4689069" y="309886"/>
                    <a:pt x="4609358" y="308367"/>
                    <a:pt x="4531165" y="322032"/>
                  </a:cubicBezTo>
                  <a:cubicBezTo>
                    <a:pt x="4457527" y="334179"/>
                    <a:pt x="4385408" y="309127"/>
                    <a:pt x="4311770" y="311404"/>
                  </a:cubicBezTo>
                  <a:cubicBezTo>
                    <a:pt x="4049862" y="311404"/>
                    <a:pt x="3787954" y="314441"/>
                    <a:pt x="3526046" y="315959"/>
                  </a:cubicBezTo>
                  <a:cubicBezTo>
                    <a:pt x="3337017" y="308367"/>
                    <a:pt x="3147988" y="309886"/>
                    <a:pt x="2959718" y="321273"/>
                  </a:cubicBezTo>
                  <a:cubicBezTo>
                    <a:pt x="2728176" y="298498"/>
                    <a:pt x="2495116" y="318236"/>
                    <a:pt x="2262815" y="306090"/>
                  </a:cubicBezTo>
                  <a:cubicBezTo>
                    <a:pt x="2169439" y="288629"/>
                    <a:pt x="2075304" y="317477"/>
                    <a:pt x="1981928" y="306090"/>
                  </a:cubicBezTo>
                  <a:cubicBezTo>
                    <a:pt x="1917400" y="298498"/>
                    <a:pt x="1852872" y="313682"/>
                    <a:pt x="1789104" y="307608"/>
                  </a:cubicBezTo>
                  <a:cubicBezTo>
                    <a:pt x="1664602" y="297739"/>
                    <a:pt x="1539342" y="306849"/>
                    <a:pt x="1414841" y="297739"/>
                  </a:cubicBezTo>
                  <a:cubicBezTo>
                    <a:pt x="1312355" y="294703"/>
                    <a:pt x="1209870" y="285593"/>
                    <a:pt x="1107384" y="287870"/>
                  </a:cubicBezTo>
                  <a:cubicBezTo>
                    <a:pt x="1018563" y="284834"/>
                    <a:pt x="928983" y="290907"/>
                    <a:pt x="840921" y="278001"/>
                  </a:cubicBezTo>
                  <a:cubicBezTo>
                    <a:pt x="752100" y="266614"/>
                    <a:pt x="661761" y="280279"/>
                    <a:pt x="573699" y="262059"/>
                  </a:cubicBezTo>
                  <a:cubicBezTo>
                    <a:pt x="384670" y="247635"/>
                    <a:pt x="187290" y="249153"/>
                    <a:pt x="10408" y="171720"/>
                  </a:cubicBezTo>
                  <a:cubicBezTo>
                    <a:pt x="-17681" y="156537"/>
                    <a:pt x="17999" y="130726"/>
                    <a:pt x="36219" y="126171"/>
                  </a:cubicBezTo>
                  <a:cubicBezTo>
                    <a:pt x="187290" y="82899"/>
                    <a:pt x="345194" y="77585"/>
                    <a:pt x="500821" y="60883"/>
                  </a:cubicBezTo>
                  <a:cubicBezTo>
                    <a:pt x="615453" y="61643"/>
                    <a:pt x="728567" y="41905"/>
                    <a:pt x="842440" y="43423"/>
                  </a:cubicBezTo>
                  <a:cubicBezTo>
                    <a:pt x="982883" y="20648"/>
                    <a:pt x="1126363" y="38109"/>
                    <a:pt x="1266806" y="19889"/>
                  </a:cubicBezTo>
                  <a:cubicBezTo>
                    <a:pt x="1386752" y="9261"/>
                    <a:pt x="1508217" y="22926"/>
                    <a:pt x="1628163" y="3188"/>
                  </a:cubicBezTo>
                  <a:cubicBezTo>
                    <a:pt x="1786826" y="151"/>
                    <a:pt x="1947008" y="-2126"/>
                    <a:pt x="2105671" y="3188"/>
                  </a:cubicBezTo>
                  <a:lnTo>
                    <a:pt x="8653366" y="4706"/>
                  </a:lnTo>
                  <a:close/>
                </a:path>
              </a:pathLst>
            </a:custGeom>
            <a:solidFill>
              <a:schemeClr val="accent3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flipH="1">
              <a:off x="6000007" y="992773"/>
              <a:ext cx="5091312" cy="5006754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353591" y="239847"/>
            <a:ext cx="1582484" cy="3416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8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YOUR LOGO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264400" y="350030"/>
            <a:ext cx="4446078" cy="26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作者介绍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故事剧情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作品主题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阅读感悟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29090" y="528645"/>
            <a:ext cx="141731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0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UNIVERSITY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0" y="969388"/>
            <a:ext cx="7622991" cy="1569660"/>
            <a:chOff x="0" y="969388"/>
            <a:chExt cx="7622991" cy="1569660"/>
          </a:xfrm>
        </p:grpSpPr>
        <p:sp>
          <p:nvSpPr>
            <p:cNvPr id="27" name="文本框 26"/>
            <p:cNvSpPr txBox="1"/>
            <p:nvPr/>
          </p:nvSpPr>
          <p:spPr>
            <a:xfrm>
              <a:off x="0" y="969388"/>
              <a:ext cx="76229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>
                      <a:alpha val="3000"/>
                    </a:sysClr>
                  </a:solidFill>
                  <a:effectLst/>
                  <a:uLnTx/>
                  <a:uFillTx/>
                  <a:cs typeface="+mn-ea"/>
                  <a:sym typeface="+mn-lt"/>
                </a:rPr>
                <a:t>CONTENTS</a:t>
              </a:r>
            </a:p>
          </p:txBody>
        </p:sp>
        <p:sp>
          <p:nvSpPr>
            <p:cNvPr id="28" name="文本框 27"/>
            <p:cNvSpPr txBox="1"/>
            <p:nvPr>
              <p:custDataLst>
                <p:tags r:id="rId10"/>
              </p:custDataLst>
            </p:nvPr>
          </p:nvSpPr>
          <p:spPr>
            <a:xfrm>
              <a:off x="206347" y="1582299"/>
              <a:ext cx="39063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CONTENTS</a:t>
              </a:r>
              <a:endParaRPr kumimoji="0" lang="zh-CN" altLang="en-US" sz="4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6" name="直接连接符 35"/>
            <p:cNvCxnSpPr/>
            <p:nvPr>
              <p:custDataLst>
                <p:tags r:id="rId11"/>
              </p:custDataLst>
            </p:nvPr>
          </p:nvCxnSpPr>
          <p:spPr>
            <a:xfrm>
              <a:off x="699170" y="2493707"/>
              <a:ext cx="1053623" cy="0"/>
            </a:xfrm>
            <a:prstGeom prst="line">
              <a:avLst/>
            </a:prstGeom>
            <a:solidFill>
              <a:srgbClr val="080808"/>
            </a:solidFill>
            <a:ln w="47625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</p:cxnSp>
      </p:grpSp>
      <p:grpSp>
        <p:nvGrpSpPr>
          <p:cNvPr id="76" name="组合 75"/>
          <p:cNvGrpSpPr/>
          <p:nvPr/>
        </p:nvGrpSpPr>
        <p:grpSpPr>
          <a:xfrm>
            <a:off x="594086" y="3104433"/>
            <a:ext cx="3397808" cy="830997"/>
            <a:chOff x="594086" y="3104433"/>
            <a:chExt cx="3397808" cy="830997"/>
          </a:xfrm>
        </p:grpSpPr>
        <p:sp>
          <p:nvSpPr>
            <p:cNvPr id="39" name="椭圆 38"/>
            <p:cNvSpPr/>
            <p:nvPr/>
          </p:nvSpPr>
          <p:spPr>
            <a:xfrm>
              <a:off x="594086" y="3121810"/>
              <a:ext cx="713144" cy="713143"/>
            </a:xfrm>
            <a:prstGeom prst="ellipse">
              <a:avLst/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7"/>
              </p:custDataLst>
            </p:nvPr>
          </p:nvSpPr>
          <p:spPr>
            <a:xfrm>
              <a:off x="1381418" y="3104433"/>
              <a:ext cx="26104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Core Question &amp; The Sogdians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8"/>
              </p:custDataLst>
            </p:nvPr>
          </p:nvSpPr>
          <p:spPr>
            <a:xfrm>
              <a:off x="594086" y="3235107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1617739" y="3606948"/>
              <a:ext cx="2137834" cy="228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4248497" y="2964800"/>
            <a:ext cx="3842558" cy="1200329"/>
            <a:chOff x="4248497" y="2964800"/>
            <a:chExt cx="3842558" cy="1200329"/>
          </a:xfrm>
        </p:grpSpPr>
        <p:sp>
          <p:nvSpPr>
            <p:cNvPr id="56" name="椭圆 55"/>
            <p:cNvSpPr/>
            <p:nvPr/>
          </p:nvSpPr>
          <p:spPr>
            <a:xfrm>
              <a:off x="4248497" y="3121810"/>
              <a:ext cx="713144" cy="713143"/>
            </a:xfrm>
            <a:prstGeom prst="ellipse">
              <a:avLst/>
            </a:prstGeom>
            <a:solidFill>
              <a:schemeClr val="accent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5"/>
              </p:custDataLst>
            </p:nvPr>
          </p:nvSpPr>
          <p:spPr>
            <a:xfrm>
              <a:off x="4961641" y="2964800"/>
              <a:ext cx="312941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cs typeface="+mn-ea"/>
                  <a:sym typeface="+mn-lt"/>
                </a:rPr>
                <a:t>The Ancient Letter (313 CE) &amp; Linguistic Analysis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6"/>
              </p:custDataLst>
            </p:nvPr>
          </p:nvSpPr>
          <p:spPr>
            <a:xfrm>
              <a:off x="4248497" y="3235107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594086" y="4419594"/>
            <a:ext cx="3753040" cy="1569660"/>
            <a:chOff x="594086" y="4419594"/>
            <a:chExt cx="3753040" cy="1569660"/>
          </a:xfrm>
        </p:grpSpPr>
        <p:sp>
          <p:nvSpPr>
            <p:cNvPr id="63" name="椭圆 62"/>
            <p:cNvSpPr/>
            <p:nvPr/>
          </p:nvSpPr>
          <p:spPr>
            <a:xfrm>
              <a:off x="594086" y="4493190"/>
              <a:ext cx="713144" cy="713143"/>
            </a:xfrm>
            <a:prstGeom prst="ellipse">
              <a:avLst/>
            </a:prstGeom>
            <a:solidFill>
              <a:schemeClr val="accent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4" name="文本框 63"/>
            <p:cNvSpPr txBox="1"/>
            <p:nvPr>
              <p:custDataLst>
                <p:tags r:id="rId3"/>
              </p:custDataLst>
            </p:nvPr>
          </p:nvSpPr>
          <p:spPr>
            <a:xfrm>
              <a:off x="1389532" y="4419594"/>
              <a:ext cx="295759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cs typeface="+mn-ea"/>
                  <a:sym typeface="+mn-lt"/>
                </a:rPr>
                <a:t>Economic Insight &amp; Contemporary Connection (SDG 10)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5" name="文本框 64"/>
            <p:cNvSpPr txBox="1"/>
            <p:nvPr>
              <p:custDataLst>
                <p:tags r:id="rId4"/>
              </p:custDataLst>
            </p:nvPr>
          </p:nvSpPr>
          <p:spPr>
            <a:xfrm>
              <a:off x="594086" y="4606487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248497" y="4493189"/>
            <a:ext cx="3685539" cy="926870"/>
            <a:chOff x="4248497" y="4493189"/>
            <a:chExt cx="3685539" cy="926870"/>
          </a:xfrm>
        </p:grpSpPr>
        <p:sp>
          <p:nvSpPr>
            <p:cNvPr id="68" name="椭圆 67"/>
            <p:cNvSpPr/>
            <p:nvPr/>
          </p:nvSpPr>
          <p:spPr>
            <a:xfrm>
              <a:off x="4248497" y="4493189"/>
              <a:ext cx="713144" cy="713144"/>
            </a:xfrm>
            <a:prstGeom prst="ellipse">
              <a:avLst/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0000">
                      <a:srgbClr val="00A2AD"/>
                    </a:gs>
                    <a:gs pos="10000">
                      <a:srgbClr val="0CADBC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1"/>
              </p:custDataLst>
            </p:nvPr>
          </p:nvSpPr>
          <p:spPr>
            <a:xfrm>
              <a:off x="5087692" y="4589062"/>
              <a:ext cx="28463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My AI work and conclusion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2"/>
              </p:custDataLst>
            </p:nvPr>
          </p:nvSpPr>
          <p:spPr>
            <a:xfrm>
              <a:off x="4248497" y="4606486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04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DA674CFB-2AB6-4A63-C0B2-11DB78EA1BDB}"/>
              </a:ext>
            </a:extLst>
          </p:cNvPr>
          <p:cNvSpPr/>
          <p:nvPr/>
        </p:nvSpPr>
        <p:spPr>
          <a:xfrm flipH="1">
            <a:off x="4" y="581480"/>
            <a:ext cx="12191996" cy="6276521"/>
          </a:xfrm>
          <a:custGeom>
            <a:avLst/>
            <a:gdLst>
              <a:gd name="connsiteX0" fmla="*/ 12191996 w 12191996"/>
              <a:gd name="connsiteY0" fmla="*/ 0 h 6276521"/>
              <a:gd name="connsiteX1" fmla="*/ 12140510 w 12191996"/>
              <a:gd name="connsiteY1" fmla="*/ 0 h 6276521"/>
              <a:gd name="connsiteX2" fmla="*/ 12110777 w 12191996"/>
              <a:gd name="connsiteY2" fmla="*/ 49637 h 6276521"/>
              <a:gd name="connsiteX3" fmla="*/ 4805856 w 12191996"/>
              <a:gd name="connsiteY3" fmla="*/ 5894967 h 6276521"/>
              <a:gd name="connsiteX4" fmla="*/ 170475 w 12191996"/>
              <a:gd name="connsiteY4" fmla="*/ 5648914 h 6276521"/>
              <a:gd name="connsiteX5" fmla="*/ 0 w 12191996"/>
              <a:gd name="connsiteY5" fmla="*/ 5587978 h 6276521"/>
              <a:gd name="connsiteX6" fmla="*/ 0 w 12191996"/>
              <a:gd name="connsiteY6" fmla="*/ 6276521 h 6276521"/>
              <a:gd name="connsiteX7" fmla="*/ 12191996 w 12191996"/>
              <a:gd name="connsiteY7" fmla="*/ 6276521 h 627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276521">
                <a:moveTo>
                  <a:pt x="12191996" y="0"/>
                </a:moveTo>
                <a:lnTo>
                  <a:pt x="12140510" y="0"/>
                </a:lnTo>
                <a:lnTo>
                  <a:pt x="12110777" y="49637"/>
                </a:lnTo>
                <a:cubicBezTo>
                  <a:pt x="11080602" y="1676396"/>
                  <a:pt x="7181983" y="5234627"/>
                  <a:pt x="4805856" y="5894967"/>
                </a:cubicBezTo>
                <a:cubicBezTo>
                  <a:pt x="3426169" y="6278391"/>
                  <a:pt x="1663291" y="6133802"/>
                  <a:pt x="170475" y="5648914"/>
                </a:cubicBezTo>
                <a:lnTo>
                  <a:pt x="0" y="5587978"/>
                </a:lnTo>
                <a:lnTo>
                  <a:pt x="0" y="6276521"/>
                </a:lnTo>
                <a:lnTo>
                  <a:pt x="12191996" y="6276521"/>
                </a:lnTo>
                <a:close/>
              </a:path>
            </a:pathLst>
          </a:custGeom>
          <a:gradFill flip="none" rotWithShape="0">
            <a:gsLst>
              <a:gs pos="0">
                <a:schemeClr val="accent3"/>
              </a:gs>
              <a:gs pos="98000">
                <a:schemeClr val="accent4"/>
              </a:gs>
            </a:gsLst>
            <a:lin ang="2700000" scaled="0"/>
            <a:tileRect/>
          </a:gradFill>
          <a:ln w="350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F2DBE40-EFA4-1EFE-61E8-600E57616FCC}"/>
              </a:ext>
            </a:extLst>
          </p:cNvPr>
          <p:cNvSpPr/>
          <p:nvPr/>
        </p:nvSpPr>
        <p:spPr>
          <a:xfrm flipH="1">
            <a:off x="0" y="1721108"/>
            <a:ext cx="12192000" cy="5136893"/>
          </a:xfrm>
          <a:custGeom>
            <a:avLst/>
            <a:gdLst>
              <a:gd name="connsiteX0" fmla="*/ 12192000 w 12192000"/>
              <a:gd name="connsiteY0" fmla="*/ 0 h 5136893"/>
              <a:gd name="connsiteX1" fmla="*/ 12121700 w 12192000"/>
              <a:gd name="connsiteY1" fmla="*/ 81868 h 5136893"/>
              <a:gd name="connsiteX2" fmla="*/ 4836239 w 12192000"/>
              <a:gd name="connsiteY2" fmla="*/ 4761337 h 5136893"/>
              <a:gd name="connsiteX3" fmla="*/ 18861 w 12192000"/>
              <a:gd name="connsiteY3" fmla="*/ 4817406 h 5136893"/>
              <a:gd name="connsiteX4" fmla="*/ 0 w 12192000"/>
              <a:gd name="connsiteY4" fmla="*/ 4813085 h 5136893"/>
              <a:gd name="connsiteX5" fmla="*/ 0 w 12192000"/>
              <a:gd name="connsiteY5" fmla="*/ 5136893 h 5136893"/>
              <a:gd name="connsiteX6" fmla="*/ 12192000 w 12192000"/>
              <a:gd name="connsiteY6" fmla="*/ 5136893 h 513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6893">
                <a:moveTo>
                  <a:pt x="12192000" y="0"/>
                </a:moveTo>
                <a:lnTo>
                  <a:pt x="12121700" y="81868"/>
                </a:lnTo>
                <a:cubicBezTo>
                  <a:pt x="10796706" y="1572876"/>
                  <a:pt x="7140649" y="4178004"/>
                  <a:pt x="4836239" y="4761337"/>
                </a:cubicBezTo>
                <a:cubicBezTo>
                  <a:pt x="3408991" y="5122627"/>
                  <a:pt x="1573640" y="5130328"/>
                  <a:pt x="18861" y="4817406"/>
                </a:cubicBezTo>
                <a:lnTo>
                  <a:pt x="0" y="4813085"/>
                </a:lnTo>
                <a:lnTo>
                  <a:pt x="0" y="5136893"/>
                </a:lnTo>
                <a:lnTo>
                  <a:pt x="12192000" y="5136893"/>
                </a:lnTo>
                <a:close/>
              </a:path>
            </a:pathLst>
          </a:custGeom>
          <a:gradFill flip="none" rotWithShape="0"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76200" dir="18900000" algn="bl" rotWithShape="0">
              <a:sysClr val="windowText" lastClr="000000">
                <a:lumMod val="75000"/>
                <a:lumOff val="25000"/>
                <a:alpha val="30000"/>
              </a:sys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3591" y="239847"/>
            <a:ext cx="1582484" cy="3416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8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YOUR LOGO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9090" y="528645"/>
            <a:ext cx="141731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0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UNIVERSITY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58382" y="6248365"/>
            <a:ext cx="1477440" cy="272538"/>
            <a:chOff x="358382" y="6248365"/>
            <a:chExt cx="1477440" cy="272538"/>
          </a:xfrm>
        </p:grpSpPr>
        <p:sp>
          <p:nvSpPr>
            <p:cNvPr id="18" name="椭圆 17"/>
            <p:cNvSpPr/>
            <p:nvPr/>
          </p:nvSpPr>
          <p:spPr>
            <a:xfrm>
              <a:off x="358382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32587" y="6301888"/>
              <a:ext cx="124128" cy="165492"/>
            </a:xfrm>
            <a:custGeom>
              <a:avLst/>
              <a:gdLst>
                <a:gd name="T0" fmla="*/ 648 w 7770"/>
                <a:gd name="T1" fmla="*/ 0 h 10360"/>
                <a:gd name="T2" fmla="*/ 7123 w 7770"/>
                <a:gd name="T3" fmla="*/ 0 h 10360"/>
                <a:gd name="T4" fmla="*/ 7770 w 7770"/>
                <a:gd name="T5" fmla="*/ 647 h 10360"/>
                <a:gd name="T6" fmla="*/ 7770 w 7770"/>
                <a:gd name="T7" fmla="*/ 9712 h 10360"/>
                <a:gd name="T8" fmla="*/ 7123 w 7770"/>
                <a:gd name="T9" fmla="*/ 10360 h 10360"/>
                <a:gd name="T10" fmla="*/ 648 w 7770"/>
                <a:gd name="T11" fmla="*/ 10360 h 10360"/>
                <a:gd name="T12" fmla="*/ 0 w 7770"/>
                <a:gd name="T13" fmla="*/ 9712 h 10360"/>
                <a:gd name="T14" fmla="*/ 0 w 7770"/>
                <a:gd name="T15" fmla="*/ 647 h 10360"/>
                <a:gd name="T16" fmla="*/ 648 w 7770"/>
                <a:gd name="T17" fmla="*/ 0 h 10360"/>
                <a:gd name="T18" fmla="*/ 1295 w 7770"/>
                <a:gd name="T19" fmla="*/ 1293 h 10360"/>
                <a:gd name="T20" fmla="*/ 1295 w 7770"/>
                <a:gd name="T21" fmla="*/ 8416 h 10360"/>
                <a:gd name="T22" fmla="*/ 6475 w 7770"/>
                <a:gd name="T23" fmla="*/ 8416 h 10360"/>
                <a:gd name="T24" fmla="*/ 6475 w 7770"/>
                <a:gd name="T25" fmla="*/ 1293 h 10360"/>
                <a:gd name="T26" fmla="*/ 1295 w 7770"/>
                <a:gd name="T27" fmla="*/ 1293 h 10360"/>
                <a:gd name="T28" fmla="*/ 3890 w 7770"/>
                <a:gd name="T29" fmla="*/ 8902 h 10360"/>
                <a:gd name="T30" fmla="*/ 3405 w 7770"/>
                <a:gd name="T31" fmla="*/ 9387 h 10360"/>
                <a:gd name="T32" fmla="*/ 3890 w 7770"/>
                <a:gd name="T33" fmla="*/ 9872 h 10360"/>
                <a:gd name="T34" fmla="*/ 4375 w 7770"/>
                <a:gd name="T35" fmla="*/ 9387 h 10360"/>
                <a:gd name="T36" fmla="*/ 3890 w 7770"/>
                <a:gd name="T37" fmla="*/ 8902 h 10360"/>
                <a:gd name="T38" fmla="*/ 3413 w 7770"/>
                <a:gd name="T39" fmla="*/ 5486 h 10360"/>
                <a:gd name="T40" fmla="*/ 5026 w 7770"/>
                <a:gd name="T41" fmla="*/ 3825 h 10360"/>
                <a:gd name="T42" fmla="*/ 5683 w 7770"/>
                <a:gd name="T43" fmla="*/ 3815 h 10360"/>
                <a:gd name="T44" fmla="*/ 5688 w 7770"/>
                <a:gd name="T45" fmla="*/ 3820 h 10360"/>
                <a:gd name="T46" fmla="*/ 5692 w 7770"/>
                <a:gd name="T47" fmla="*/ 4491 h 10360"/>
                <a:gd name="T48" fmla="*/ 3769 w 7770"/>
                <a:gd name="T49" fmla="*/ 6472 h 10360"/>
                <a:gd name="T50" fmla="*/ 3636 w 7770"/>
                <a:gd name="T51" fmla="*/ 6567 h 10360"/>
                <a:gd name="T52" fmla="*/ 3081 w 7770"/>
                <a:gd name="T53" fmla="*/ 6485 h 10360"/>
                <a:gd name="T54" fmla="*/ 2081 w 7770"/>
                <a:gd name="T55" fmla="*/ 5486 h 10360"/>
                <a:gd name="T56" fmla="*/ 2103 w 7770"/>
                <a:gd name="T57" fmla="*/ 4820 h 10360"/>
                <a:gd name="T58" fmla="*/ 2748 w 7770"/>
                <a:gd name="T59" fmla="*/ 4820 h 10360"/>
                <a:gd name="T60" fmla="*/ 3413 w 7770"/>
                <a:gd name="T61" fmla="*/ 5486 h 10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70" h="10360">
                  <a:moveTo>
                    <a:pt x="648" y="0"/>
                  </a:moveTo>
                  <a:lnTo>
                    <a:pt x="7123" y="0"/>
                  </a:lnTo>
                  <a:cubicBezTo>
                    <a:pt x="7480" y="0"/>
                    <a:pt x="7770" y="290"/>
                    <a:pt x="7770" y="647"/>
                  </a:cubicBezTo>
                  <a:lnTo>
                    <a:pt x="7770" y="9712"/>
                  </a:lnTo>
                  <a:cubicBezTo>
                    <a:pt x="7770" y="10070"/>
                    <a:pt x="7480" y="10360"/>
                    <a:pt x="7123" y="10360"/>
                  </a:cubicBezTo>
                  <a:lnTo>
                    <a:pt x="648" y="10360"/>
                  </a:lnTo>
                  <a:cubicBezTo>
                    <a:pt x="290" y="10360"/>
                    <a:pt x="0" y="10070"/>
                    <a:pt x="0" y="9712"/>
                  </a:cubicBezTo>
                  <a:lnTo>
                    <a:pt x="0" y="647"/>
                  </a:lnTo>
                  <a:cubicBezTo>
                    <a:pt x="0" y="288"/>
                    <a:pt x="290" y="0"/>
                    <a:pt x="648" y="0"/>
                  </a:cubicBezTo>
                  <a:close/>
                  <a:moveTo>
                    <a:pt x="1295" y="1293"/>
                  </a:moveTo>
                  <a:lnTo>
                    <a:pt x="1295" y="8416"/>
                  </a:lnTo>
                  <a:lnTo>
                    <a:pt x="6475" y="8416"/>
                  </a:lnTo>
                  <a:lnTo>
                    <a:pt x="6475" y="1293"/>
                  </a:lnTo>
                  <a:lnTo>
                    <a:pt x="1295" y="1293"/>
                  </a:lnTo>
                  <a:close/>
                  <a:moveTo>
                    <a:pt x="3890" y="8902"/>
                  </a:moveTo>
                  <a:cubicBezTo>
                    <a:pt x="3621" y="8902"/>
                    <a:pt x="3405" y="9120"/>
                    <a:pt x="3405" y="9387"/>
                  </a:cubicBezTo>
                  <a:cubicBezTo>
                    <a:pt x="3405" y="9656"/>
                    <a:pt x="3622" y="9872"/>
                    <a:pt x="3890" y="9872"/>
                  </a:cubicBezTo>
                  <a:cubicBezTo>
                    <a:pt x="4157" y="9872"/>
                    <a:pt x="4375" y="9655"/>
                    <a:pt x="4375" y="9387"/>
                  </a:cubicBezTo>
                  <a:cubicBezTo>
                    <a:pt x="4376" y="9120"/>
                    <a:pt x="4159" y="8902"/>
                    <a:pt x="3890" y="8902"/>
                  </a:cubicBezTo>
                  <a:close/>
                  <a:moveTo>
                    <a:pt x="3413" y="5486"/>
                  </a:moveTo>
                  <a:lnTo>
                    <a:pt x="5026" y="3825"/>
                  </a:lnTo>
                  <a:cubicBezTo>
                    <a:pt x="5205" y="3641"/>
                    <a:pt x="5499" y="3636"/>
                    <a:pt x="5683" y="3815"/>
                  </a:cubicBezTo>
                  <a:lnTo>
                    <a:pt x="5688" y="3820"/>
                  </a:lnTo>
                  <a:cubicBezTo>
                    <a:pt x="5872" y="4005"/>
                    <a:pt x="5874" y="4303"/>
                    <a:pt x="5692" y="4491"/>
                  </a:cubicBezTo>
                  <a:lnTo>
                    <a:pt x="3769" y="6472"/>
                  </a:lnTo>
                  <a:cubicBezTo>
                    <a:pt x="3730" y="6511"/>
                    <a:pt x="3685" y="6543"/>
                    <a:pt x="3636" y="6567"/>
                  </a:cubicBezTo>
                  <a:cubicBezTo>
                    <a:pt x="3453" y="6665"/>
                    <a:pt x="3228" y="6631"/>
                    <a:pt x="3081" y="6485"/>
                  </a:cubicBezTo>
                  <a:lnTo>
                    <a:pt x="2081" y="5486"/>
                  </a:lnTo>
                  <a:cubicBezTo>
                    <a:pt x="1904" y="5296"/>
                    <a:pt x="1913" y="4997"/>
                    <a:pt x="2103" y="4820"/>
                  </a:cubicBezTo>
                  <a:cubicBezTo>
                    <a:pt x="2284" y="4650"/>
                    <a:pt x="2566" y="4650"/>
                    <a:pt x="2748" y="4820"/>
                  </a:cubicBezTo>
                  <a:lnTo>
                    <a:pt x="3413" y="548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60016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813529" y="6301982"/>
              <a:ext cx="165493" cy="165303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61650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215173" y="6316404"/>
              <a:ext cx="165493" cy="136459"/>
            </a:xfrm>
            <a:custGeom>
              <a:avLst/>
              <a:gdLst>
                <a:gd name="connsiteX0" fmla="*/ 435416 w 609586"/>
                <a:gd name="connsiteY0" fmla="*/ 80352 h 502648"/>
                <a:gd name="connsiteX1" fmla="*/ 551577 w 609586"/>
                <a:gd name="connsiteY1" fmla="*/ 190215 h 502648"/>
                <a:gd name="connsiteX2" fmla="*/ 551577 w 609586"/>
                <a:gd name="connsiteY2" fmla="*/ 217693 h 502648"/>
                <a:gd name="connsiteX3" fmla="*/ 496140 w 609586"/>
                <a:gd name="connsiteY3" fmla="*/ 310936 h 502648"/>
                <a:gd name="connsiteX4" fmla="*/ 609586 w 609586"/>
                <a:gd name="connsiteY4" fmla="*/ 437323 h 502648"/>
                <a:gd name="connsiteX5" fmla="*/ 580534 w 609586"/>
                <a:gd name="connsiteY5" fmla="*/ 464753 h 502648"/>
                <a:gd name="connsiteX6" fmla="*/ 504951 w 609586"/>
                <a:gd name="connsiteY6" fmla="*/ 464753 h 502648"/>
                <a:gd name="connsiteX7" fmla="*/ 373787 w 609586"/>
                <a:gd name="connsiteY7" fmla="*/ 301459 h 502648"/>
                <a:gd name="connsiteX8" fmla="*/ 426510 w 609586"/>
                <a:gd name="connsiteY8" fmla="*/ 179500 h 502648"/>
                <a:gd name="connsiteX9" fmla="*/ 426510 w 609586"/>
                <a:gd name="connsiteY9" fmla="*/ 143641 h 502648"/>
                <a:gd name="connsiteX10" fmla="*/ 412126 w 609586"/>
                <a:gd name="connsiteY10" fmla="*/ 82543 h 502648"/>
                <a:gd name="connsiteX11" fmla="*/ 435416 w 609586"/>
                <a:gd name="connsiteY11" fmla="*/ 80352 h 502648"/>
                <a:gd name="connsiteX12" fmla="*/ 227788 w 609586"/>
                <a:gd name="connsiteY12" fmla="*/ 0 h 502648"/>
                <a:gd name="connsiteX13" fmla="*/ 379662 w 609586"/>
                <a:gd name="connsiteY13" fmla="*/ 143662 h 502648"/>
                <a:gd name="connsiteX14" fmla="*/ 379662 w 609586"/>
                <a:gd name="connsiteY14" fmla="*/ 179565 h 502648"/>
                <a:gd name="connsiteX15" fmla="*/ 307225 w 609586"/>
                <a:gd name="connsiteY15" fmla="*/ 301465 h 502648"/>
                <a:gd name="connsiteX16" fmla="*/ 455528 w 609586"/>
                <a:gd name="connsiteY16" fmla="*/ 466745 h 502648"/>
                <a:gd name="connsiteX17" fmla="*/ 417524 w 609586"/>
                <a:gd name="connsiteY17" fmla="*/ 502648 h 502648"/>
                <a:gd name="connsiteX18" fmla="*/ 38004 w 609586"/>
                <a:gd name="connsiteY18" fmla="*/ 502648 h 502648"/>
                <a:gd name="connsiteX19" fmla="*/ 0 w 609586"/>
                <a:gd name="connsiteY19" fmla="*/ 466745 h 502648"/>
                <a:gd name="connsiteX20" fmla="*/ 148350 w 609586"/>
                <a:gd name="connsiteY20" fmla="*/ 301465 h 502648"/>
                <a:gd name="connsiteX21" fmla="*/ 75913 w 609586"/>
                <a:gd name="connsiteY21" fmla="*/ 179565 h 502648"/>
                <a:gd name="connsiteX22" fmla="*/ 75913 w 609586"/>
                <a:gd name="connsiteY22" fmla="*/ 143662 h 502648"/>
                <a:gd name="connsiteX23" fmla="*/ 227788 w 609586"/>
                <a:gd name="connsiteY23" fmla="*/ 0 h 50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586" h="502648">
                  <a:moveTo>
                    <a:pt x="435416" y="80352"/>
                  </a:moveTo>
                  <a:cubicBezTo>
                    <a:pt x="499521" y="80352"/>
                    <a:pt x="551577" y="129545"/>
                    <a:pt x="551577" y="190215"/>
                  </a:cubicBezTo>
                  <a:lnTo>
                    <a:pt x="551577" y="217693"/>
                  </a:lnTo>
                  <a:cubicBezTo>
                    <a:pt x="551577" y="257219"/>
                    <a:pt x="529288" y="291601"/>
                    <a:pt x="496140" y="310936"/>
                  </a:cubicBezTo>
                  <a:cubicBezTo>
                    <a:pt x="553434" y="331175"/>
                    <a:pt x="609586" y="382416"/>
                    <a:pt x="609586" y="437323"/>
                  </a:cubicBezTo>
                  <a:cubicBezTo>
                    <a:pt x="609586" y="452467"/>
                    <a:pt x="596584" y="464753"/>
                    <a:pt x="580534" y="464753"/>
                  </a:cubicBezTo>
                  <a:lnTo>
                    <a:pt x="504951" y="464753"/>
                  </a:lnTo>
                  <a:cubicBezTo>
                    <a:pt x="503855" y="393607"/>
                    <a:pt x="444465" y="318793"/>
                    <a:pt x="373787" y="301459"/>
                  </a:cubicBezTo>
                  <a:cubicBezTo>
                    <a:pt x="411936" y="270457"/>
                    <a:pt x="426510" y="231217"/>
                    <a:pt x="426510" y="179500"/>
                  </a:cubicBezTo>
                  <a:lnTo>
                    <a:pt x="426510" y="143641"/>
                  </a:lnTo>
                  <a:cubicBezTo>
                    <a:pt x="426510" y="121783"/>
                    <a:pt x="421318" y="101068"/>
                    <a:pt x="412126" y="82543"/>
                  </a:cubicBezTo>
                  <a:cubicBezTo>
                    <a:pt x="419651" y="81114"/>
                    <a:pt x="427415" y="80352"/>
                    <a:pt x="435416" y="80352"/>
                  </a:cubicBezTo>
                  <a:close/>
                  <a:moveTo>
                    <a:pt x="227788" y="0"/>
                  </a:moveTo>
                  <a:cubicBezTo>
                    <a:pt x="311607" y="0"/>
                    <a:pt x="379662" y="64378"/>
                    <a:pt x="379662" y="143662"/>
                  </a:cubicBezTo>
                  <a:lnTo>
                    <a:pt x="379662" y="179565"/>
                  </a:lnTo>
                  <a:cubicBezTo>
                    <a:pt x="379662" y="231230"/>
                    <a:pt x="350516" y="276180"/>
                    <a:pt x="307225" y="301465"/>
                  </a:cubicBezTo>
                  <a:cubicBezTo>
                    <a:pt x="382186" y="327940"/>
                    <a:pt x="455528" y="394986"/>
                    <a:pt x="455528" y="466745"/>
                  </a:cubicBezTo>
                  <a:cubicBezTo>
                    <a:pt x="455528" y="486554"/>
                    <a:pt x="438574" y="502648"/>
                    <a:pt x="417524" y="502648"/>
                  </a:cubicBezTo>
                  <a:lnTo>
                    <a:pt x="38004" y="502648"/>
                  </a:lnTo>
                  <a:cubicBezTo>
                    <a:pt x="16954" y="502648"/>
                    <a:pt x="0" y="486554"/>
                    <a:pt x="0" y="466745"/>
                  </a:cubicBezTo>
                  <a:cubicBezTo>
                    <a:pt x="0" y="394986"/>
                    <a:pt x="73389" y="327940"/>
                    <a:pt x="148350" y="301465"/>
                  </a:cubicBezTo>
                  <a:cubicBezTo>
                    <a:pt x="105012" y="276180"/>
                    <a:pt x="75913" y="231230"/>
                    <a:pt x="75913" y="179565"/>
                  </a:cubicBezTo>
                  <a:lnTo>
                    <a:pt x="75913" y="143662"/>
                  </a:lnTo>
                  <a:cubicBezTo>
                    <a:pt x="75913" y="64378"/>
                    <a:pt x="143969" y="0"/>
                    <a:pt x="22778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563283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634333" y="6301888"/>
              <a:ext cx="130437" cy="165492"/>
            </a:xfrm>
            <a:custGeom>
              <a:avLst/>
              <a:gdLst>
                <a:gd name="T0" fmla="*/ 3166 w 6332"/>
                <a:gd name="T1" fmla="*/ 0 h 8034"/>
                <a:gd name="T2" fmla="*/ 0 w 6332"/>
                <a:gd name="T3" fmla="*/ 3166 h 8034"/>
                <a:gd name="T4" fmla="*/ 2481 w 6332"/>
                <a:gd name="T5" fmla="*/ 7590 h 8034"/>
                <a:gd name="T6" fmla="*/ 3853 w 6332"/>
                <a:gd name="T7" fmla="*/ 7588 h 8034"/>
                <a:gd name="T8" fmla="*/ 6332 w 6332"/>
                <a:gd name="T9" fmla="*/ 3166 h 8034"/>
                <a:gd name="T10" fmla="*/ 3166 w 6332"/>
                <a:gd name="T11" fmla="*/ 0 h 8034"/>
                <a:gd name="T12" fmla="*/ 3166 w 6332"/>
                <a:gd name="T13" fmla="*/ 0 h 8034"/>
                <a:gd name="T14" fmla="*/ 3166 w 6332"/>
                <a:gd name="T15" fmla="*/ 0 h 8034"/>
                <a:gd name="T16" fmla="*/ 3166 w 6332"/>
                <a:gd name="T17" fmla="*/ 0 h 8034"/>
                <a:gd name="T18" fmla="*/ 3166 w 6332"/>
                <a:gd name="T19" fmla="*/ 4529 h 8034"/>
                <a:gd name="T20" fmla="*/ 1702 w 6332"/>
                <a:gd name="T21" fmla="*/ 3065 h 8034"/>
                <a:gd name="T22" fmla="*/ 3166 w 6332"/>
                <a:gd name="T23" fmla="*/ 1600 h 8034"/>
                <a:gd name="T24" fmla="*/ 4630 w 6332"/>
                <a:gd name="T25" fmla="*/ 3065 h 8034"/>
                <a:gd name="T26" fmla="*/ 3166 w 6332"/>
                <a:gd name="T27" fmla="*/ 4529 h 8034"/>
                <a:gd name="T28" fmla="*/ 3166 w 6332"/>
                <a:gd name="T29" fmla="*/ 4529 h 8034"/>
                <a:gd name="T30" fmla="*/ 3166 w 6332"/>
                <a:gd name="T31" fmla="*/ 4529 h 8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2" h="8034">
                  <a:moveTo>
                    <a:pt x="3166" y="0"/>
                  </a:moveTo>
                  <a:cubicBezTo>
                    <a:pt x="1418" y="0"/>
                    <a:pt x="0" y="1418"/>
                    <a:pt x="0" y="3166"/>
                  </a:cubicBezTo>
                  <a:cubicBezTo>
                    <a:pt x="0" y="4914"/>
                    <a:pt x="2481" y="7590"/>
                    <a:pt x="2481" y="7590"/>
                  </a:cubicBezTo>
                  <a:cubicBezTo>
                    <a:pt x="2859" y="8031"/>
                    <a:pt x="3478" y="8034"/>
                    <a:pt x="3853" y="7588"/>
                  </a:cubicBezTo>
                  <a:cubicBezTo>
                    <a:pt x="3853" y="7588"/>
                    <a:pt x="6332" y="4914"/>
                    <a:pt x="6332" y="3166"/>
                  </a:cubicBezTo>
                  <a:cubicBezTo>
                    <a:pt x="6332" y="1418"/>
                    <a:pt x="4914" y="0"/>
                    <a:pt x="3166" y="0"/>
                  </a:cubicBezTo>
                  <a:lnTo>
                    <a:pt x="3166" y="0"/>
                  </a:lnTo>
                  <a:lnTo>
                    <a:pt x="3166" y="0"/>
                  </a:lnTo>
                  <a:lnTo>
                    <a:pt x="3166" y="0"/>
                  </a:lnTo>
                  <a:close/>
                  <a:moveTo>
                    <a:pt x="3166" y="4529"/>
                  </a:moveTo>
                  <a:cubicBezTo>
                    <a:pt x="2357" y="4529"/>
                    <a:pt x="1702" y="3874"/>
                    <a:pt x="1702" y="3065"/>
                  </a:cubicBezTo>
                  <a:cubicBezTo>
                    <a:pt x="1702" y="2256"/>
                    <a:pt x="2357" y="1600"/>
                    <a:pt x="3166" y="1600"/>
                  </a:cubicBezTo>
                  <a:cubicBezTo>
                    <a:pt x="3975" y="1600"/>
                    <a:pt x="4630" y="2256"/>
                    <a:pt x="4630" y="3065"/>
                  </a:cubicBezTo>
                  <a:cubicBezTo>
                    <a:pt x="4630" y="3874"/>
                    <a:pt x="3975" y="4529"/>
                    <a:pt x="3166" y="4529"/>
                  </a:cubicBezTo>
                  <a:lnTo>
                    <a:pt x="3166" y="4529"/>
                  </a:lnTo>
                  <a:close/>
                  <a:moveTo>
                    <a:pt x="3166" y="4529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9" name="任意多边形: 形状 28"/>
          <p:cNvSpPr/>
          <p:nvPr/>
        </p:nvSpPr>
        <p:spPr>
          <a:xfrm>
            <a:off x="206915" y="5914097"/>
            <a:ext cx="6190255" cy="165449"/>
          </a:xfrm>
          <a:custGeom>
            <a:avLst/>
            <a:gdLst>
              <a:gd name="connsiteX0" fmla="*/ 8653366 w 12191779"/>
              <a:gd name="connsiteY0" fmla="*/ 4706 h 325854"/>
              <a:gd name="connsiteX1" fmla="*/ 10239238 w 12191779"/>
              <a:gd name="connsiteY1" fmla="*/ 19889 h 325854"/>
              <a:gd name="connsiteX2" fmla="*/ 11144148 w 12191779"/>
              <a:gd name="connsiteY2" fmla="*/ 28999 h 325854"/>
              <a:gd name="connsiteX3" fmla="*/ 11559405 w 12191779"/>
              <a:gd name="connsiteY3" fmla="*/ 44941 h 325854"/>
              <a:gd name="connsiteX4" fmla="*/ 12191779 w 12191779"/>
              <a:gd name="connsiteY4" fmla="*/ 135280 h 325854"/>
              <a:gd name="connsiteX5" fmla="*/ 12191020 w 12191779"/>
              <a:gd name="connsiteY5" fmla="*/ 148186 h 325854"/>
              <a:gd name="connsiteX6" fmla="*/ 11678592 w 12191779"/>
              <a:gd name="connsiteY6" fmla="*/ 255227 h 325854"/>
              <a:gd name="connsiteX7" fmla="*/ 11397705 w 12191779"/>
              <a:gd name="connsiteY7" fmla="*/ 270410 h 325854"/>
              <a:gd name="connsiteX8" fmla="*/ 11144908 w 12191779"/>
              <a:gd name="connsiteY8" fmla="*/ 285593 h 325854"/>
              <a:gd name="connsiteX9" fmla="*/ 10536825 w 12191779"/>
              <a:gd name="connsiteY9" fmla="*/ 296221 h 325854"/>
              <a:gd name="connsiteX10" fmla="*/ 10210389 w 12191779"/>
              <a:gd name="connsiteY10" fmla="*/ 307608 h 325854"/>
              <a:gd name="connsiteX11" fmla="*/ 8209262 w 12191779"/>
              <a:gd name="connsiteY11" fmla="*/ 311404 h 325854"/>
              <a:gd name="connsiteX12" fmla="*/ 7482753 w 12191779"/>
              <a:gd name="connsiteY12" fmla="*/ 324310 h 325854"/>
              <a:gd name="connsiteX13" fmla="*/ 7273986 w 12191779"/>
              <a:gd name="connsiteY13" fmla="*/ 321273 h 325854"/>
              <a:gd name="connsiteX14" fmla="*/ 7138856 w 12191779"/>
              <a:gd name="connsiteY14" fmla="*/ 313682 h 325854"/>
              <a:gd name="connsiteX15" fmla="*/ 6933126 w 12191779"/>
              <a:gd name="connsiteY15" fmla="*/ 325069 h 325854"/>
              <a:gd name="connsiteX16" fmla="*/ 5079274 w 12191779"/>
              <a:gd name="connsiteY16" fmla="*/ 323551 h 325854"/>
              <a:gd name="connsiteX17" fmla="*/ 4768021 w 12191779"/>
              <a:gd name="connsiteY17" fmla="*/ 310645 h 325854"/>
              <a:gd name="connsiteX18" fmla="*/ 4531165 w 12191779"/>
              <a:gd name="connsiteY18" fmla="*/ 322032 h 325854"/>
              <a:gd name="connsiteX19" fmla="*/ 4311770 w 12191779"/>
              <a:gd name="connsiteY19" fmla="*/ 311404 h 325854"/>
              <a:gd name="connsiteX20" fmla="*/ 3526046 w 12191779"/>
              <a:gd name="connsiteY20" fmla="*/ 315959 h 325854"/>
              <a:gd name="connsiteX21" fmla="*/ 2959718 w 12191779"/>
              <a:gd name="connsiteY21" fmla="*/ 321273 h 325854"/>
              <a:gd name="connsiteX22" fmla="*/ 2262815 w 12191779"/>
              <a:gd name="connsiteY22" fmla="*/ 306090 h 325854"/>
              <a:gd name="connsiteX23" fmla="*/ 1981928 w 12191779"/>
              <a:gd name="connsiteY23" fmla="*/ 306090 h 325854"/>
              <a:gd name="connsiteX24" fmla="*/ 1789104 w 12191779"/>
              <a:gd name="connsiteY24" fmla="*/ 307608 h 325854"/>
              <a:gd name="connsiteX25" fmla="*/ 1414841 w 12191779"/>
              <a:gd name="connsiteY25" fmla="*/ 297739 h 325854"/>
              <a:gd name="connsiteX26" fmla="*/ 1107384 w 12191779"/>
              <a:gd name="connsiteY26" fmla="*/ 287870 h 325854"/>
              <a:gd name="connsiteX27" fmla="*/ 840921 w 12191779"/>
              <a:gd name="connsiteY27" fmla="*/ 278001 h 325854"/>
              <a:gd name="connsiteX28" fmla="*/ 573699 w 12191779"/>
              <a:gd name="connsiteY28" fmla="*/ 262059 h 325854"/>
              <a:gd name="connsiteX29" fmla="*/ 10408 w 12191779"/>
              <a:gd name="connsiteY29" fmla="*/ 171720 h 325854"/>
              <a:gd name="connsiteX30" fmla="*/ 36219 w 12191779"/>
              <a:gd name="connsiteY30" fmla="*/ 126171 h 325854"/>
              <a:gd name="connsiteX31" fmla="*/ 500821 w 12191779"/>
              <a:gd name="connsiteY31" fmla="*/ 60883 h 325854"/>
              <a:gd name="connsiteX32" fmla="*/ 842440 w 12191779"/>
              <a:gd name="connsiteY32" fmla="*/ 43423 h 325854"/>
              <a:gd name="connsiteX33" fmla="*/ 1266806 w 12191779"/>
              <a:gd name="connsiteY33" fmla="*/ 19889 h 325854"/>
              <a:gd name="connsiteX34" fmla="*/ 1628163 w 12191779"/>
              <a:gd name="connsiteY34" fmla="*/ 3188 h 325854"/>
              <a:gd name="connsiteX35" fmla="*/ 2105671 w 12191779"/>
              <a:gd name="connsiteY35" fmla="*/ 3188 h 325854"/>
              <a:gd name="connsiteX36" fmla="*/ 8653366 w 12191779"/>
              <a:gd name="connsiteY36" fmla="*/ 4706 h 3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191779" h="325854">
                <a:moveTo>
                  <a:pt x="8653366" y="4706"/>
                </a:moveTo>
                <a:cubicBezTo>
                  <a:pt x="9181737" y="5465"/>
                  <a:pt x="9710867" y="-2126"/>
                  <a:pt x="10239238" y="19889"/>
                </a:cubicBezTo>
                <a:cubicBezTo>
                  <a:pt x="10540621" y="19130"/>
                  <a:pt x="10842005" y="29758"/>
                  <a:pt x="11144148" y="28999"/>
                </a:cubicBezTo>
                <a:cubicBezTo>
                  <a:pt x="11283073" y="25962"/>
                  <a:pt x="11420480" y="48737"/>
                  <a:pt x="11559405" y="44941"/>
                </a:cubicBezTo>
                <a:cubicBezTo>
                  <a:pt x="11771209" y="64679"/>
                  <a:pt x="11987568" y="69993"/>
                  <a:pt x="12191779" y="135280"/>
                </a:cubicBezTo>
                <a:cubicBezTo>
                  <a:pt x="12191779" y="138317"/>
                  <a:pt x="12191020" y="145149"/>
                  <a:pt x="12191020" y="148186"/>
                </a:cubicBezTo>
                <a:cubicBezTo>
                  <a:pt x="12031598" y="225620"/>
                  <a:pt x="11851679" y="238525"/>
                  <a:pt x="11678592" y="255227"/>
                </a:cubicBezTo>
                <a:cubicBezTo>
                  <a:pt x="11584457" y="249153"/>
                  <a:pt x="11491840" y="277242"/>
                  <a:pt x="11397705" y="270410"/>
                </a:cubicBezTo>
                <a:cubicBezTo>
                  <a:pt x="11312680" y="265096"/>
                  <a:pt x="11229932" y="288629"/>
                  <a:pt x="11144908" y="285593"/>
                </a:cubicBezTo>
                <a:cubicBezTo>
                  <a:pt x="10942213" y="283315"/>
                  <a:pt x="10739520" y="298498"/>
                  <a:pt x="10536825" y="296221"/>
                </a:cubicBezTo>
                <a:cubicBezTo>
                  <a:pt x="10428267" y="295462"/>
                  <a:pt x="10318949" y="296221"/>
                  <a:pt x="10210389" y="307608"/>
                </a:cubicBezTo>
                <a:cubicBezTo>
                  <a:pt x="9543853" y="309886"/>
                  <a:pt x="8876558" y="310645"/>
                  <a:pt x="8209262" y="311404"/>
                </a:cubicBezTo>
                <a:cubicBezTo>
                  <a:pt x="7967092" y="315959"/>
                  <a:pt x="7724163" y="299258"/>
                  <a:pt x="7482753" y="324310"/>
                </a:cubicBezTo>
                <a:cubicBezTo>
                  <a:pt x="7412911" y="331901"/>
                  <a:pt x="7343827" y="308367"/>
                  <a:pt x="7273986" y="321273"/>
                </a:cubicBezTo>
                <a:cubicBezTo>
                  <a:pt x="7228436" y="328865"/>
                  <a:pt x="7184405" y="311404"/>
                  <a:pt x="7138856" y="313682"/>
                </a:cubicBezTo>
                <a:cubicBezTo>
                  <a:pt x="7069773" y="309127"/>
                  <a:pt x="7001449" y="326587"/>
                  <a:pt x="6933126" y="325069"/>
                </a:cubicBezTo>
                <a:cubicBezTo>
                  <a:pt x="6315175" y="323551"/>
                  <a:pt x="5697224" y="325069"/>
                  <a:pt x="5079274" y="323551"/>
                </a:cubicBezTo>
                <a:cubicBezTo>
                  <a:pt x="4976788" y="303053"/>
                  <a:pt x="4872025" y="312922"/>
                  <a:pt x="4768021" y="310645"/>
                </a:cubicBezTo>
                <a:cubicBezTo>
                  <a:pt x="4689069" y="309886"/>
                  <a:pt x="4609358" y="308367"/>
                  <a:pt x="4531165" y="322032"/>
                </a:cubicBezTo>
                <a:cubicBezTo>
                  <a:pt x="4457527" y="334179"/>
                  <a:pt x="4385408" y="309127"/>
                  <a:pt x="4311770" y="311404"/>
                </a:cubicBezTo>
                <a:cubicBezTo>
                  <a:pt x="4049862" y="311404"/>
                  <a:pt x="3787954" y="314441"/>
                  <a:pt x="3526046" y="315959"/>
                </a:cubicBezTo>
                <a:cubicBezTo>
                  <a:pt x="3337017" y="308367"/>
                  <a:pt x="3147988" y="309886"/>
                  <a:pt x="2959718" y="321273"/>
                </a:cubicBezTo>
                <a:cubicBezTo>
                  <a:pt x="2728176" y="298498"/>
                  <a:pt x="2495116" y="318236"/>
                  <a:pt x="2262815" y="306090"/>
                </a:cubicBezTo>
                <a:cubicBezTo>
                  <a:pt x="2169439" y="288629"/>
                  <a:pt x="2075304" y="317477"/>
                  <a:pt x="1981928" y="306090"/>
                </a:cubicBezTo>
                <a:cubicBezTo>
                  <a:pt x="1917400" y="298498"/>
                  <a:pt x="1852872" y="313682"/>
                  <a:pt x="1789104" y="307608"/>
                </a:cubicBezTo>
                <a:cubicBezTo>
                  <a:pt x="1664602" y="297739"/>
                  <a:pt x="1539342" y="306849"/>
                  <a:pt x="1414841" y="297739"/>
                </a:cubicBezTo>
                <a:cubicBezTo>
                  <a:pt x="1312355" y="294703"/>
                  <a:pt x="1209870" y="285593"/>
                  <a:pt x="1107384" y="287870"/>
                </a:cubicBezTo>
                <a:cubicBezTo>
                  <a:pt x="1018563" y="284834"/>
                  <a:pt x="928983" y="290907"/>
                  <a:pt x="840921" y="278001"/>
                </a:cubicBezTo>
                <a:cubicBezTo>
                  <a:pt x="752100" y="266614"/>
                  <a:pt x="661761" y="280279"/>
                  <a:pt x="573699" y="262059"/>
                </a:cubicBezTo>
                <a:cubicBezTo>
                  <a:pt x="384670" y="247635"/>
                  <a:pt x="187290" y="249153"/>
                  <a:pt x="10408" y="171720"/>
                </a:cubicBezTo>
                <a:cubicBezTo>
                  <a:pt x="-17681" y="156537"/>
                  <a:pt x="17999" y="130726"/>
                  <a:pt x="36219" y="126171"/>
                </a:cubicBezTo>
                <a:cubicBezTo>
                  <a:pt x="187290" y="82899"/>
                  <a:pt x="345194" y="77585"/>
                  <a:pt x="500821" y="60883"/>
                </a:cubicBezTo>
                <a:cubicBezTo>
                  <a:pt x="615453" y="61643"/>
                  <a:pt x="728567" y="41905"/>
                  <a:pt x="842440" y="43423"/>
                </a:cubicBezTo>
                <a:cubicBezTo>
                  <a:pt x="982883" y="20648"/>
                  <a:pt x="1126363" y="38109"/>
                  <a:pt x="1266806" y="19889"/>
                </a:cubicBezTo>
                <a:cubicBezTo>
                  <a:pt x="1386752" y="9261"/>
                  <a:pt x="1508217" y="22926"/>
                  <a:pt x="1628163" y="3188"/>
                </a:cubicBezTo>
                <a:cubicBezTo>
                  <a:pt x="1786826" y="151"/>
                  <a:pt x="1947008" y="-2126"/>
                  <a:pt x="2105671" y="3188"/>
                </a:cubicBezTo>
                <a:lnTo>
                  <a:pt x="8653366" y="4706"/>
                </a:lnTo>
                <a:close/>
              </a:path>
            </a:pathLst>
          </a:custGeom>
          <a:solidFill>
            <a:schemeClr val="accent3"/>
          </a:solidFill>
          <a:ln w="759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81" y="992773"/>
            <a:ext cx="5091312" cy="5006754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7264400" y="350030"/>
            <a:ext cx="4446078" cy="26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作者介绍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故事剧情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作品主题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阅读感悟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6191993" y="2296118"/>
            <a:ext cx="6030397" cy="3416320"/>
            <a:chOff x="5349350" y="530953"/>
            <a:chExt cx="6030397" cy="3416320"/>
          </a:xfrm>
        </p:grpSpPr>
        <p:sp>
          <p:nvSpPr>
            <p:cNvPr id="36" name="矩形 35"/>
            <p:cNvSpPr/>
            <p:nvPr/>
          </p:nvSpPr>
          <p:spPr>
            <a:xfrm>
              <a:off x="6827622" y="530953"/>
              <a:ext cx="4552125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0"/>
                  </a:gradFill>
                  <a:effectLst/>
                  <a:uLnTx/>
                  <a:uFillTx/>
                  <a:cs typeface="+mn-ea"/>
                  <a:sym typeface="+mn-lt"/>
                </a:rPr>
                <a:t>Part 1 Core Question &amp; The Sogdians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430958" y="1383428"/>
              <a:ext cx="1263836" cy="1263835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349350" y="1553680"/>
              <a:ext cx="142705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258420" y="181841"/>
            <a:ext cx="7450249" cy="722524"/>
            <a:chOff x="594086" y="3121810"/>
            <a:chExt cx="7450249" cy="722524"/>
          </a:xfrm>
        </p:grpSpPr>
        <p:sp>
          <p:nvSpPr>
            <p:cNvPr id="39" name="椭圆 38"/>
            <p:cNvSpPr/>
            <p:nvPr/>
          </p:nvSpPr>
          <p:spPr>
            <a:xfrm>
              <a:off x="594086" y="3121810"/>
              <a:ext cx="713144" cy="713143"/>
            </a:xfrm>
            <a:prstGeom prst="ellipse">
              <a:avLst/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1"/>
              </p:custDataLst>
            </p:nvPr>
          </p:nvSpPr>
          <p:spPr>
            <a:xfrm>
              <a:off x="1502231" y="3155389"/>
              <a:ext cx="6542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Core Question &amp; The Sogdians</a:t>
              </a:r>
            </a:p>
          </p:txBody>
        </p:sp>
        <p:sp>
          <p:nvSpPr>
            <p:cNvPr id="41" name="文本框 40"/>
            <p:cNvSpPr txBox="1"/>
            <p:nvPr>
              <p:custDataLst>
                <p:tags r:id="rId2"/>
              </p:custDataLst>
            </p:nvPr>
          </p:nvSpPr>
          <p:spPr>
            <a:xfrm>
              <a:off x="594086" y="3235107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3"/>
              </p:custDataLst>
            </p:nvPr>
          </p:nvSpPr>
          <p:spPr>
            <a:xfrm>
              <a:off x="1531756" y="3615370"/>
              <a:ext cx="2137834" cy="228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kern="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</a:rPr>
                <a:t>背景：粟特人与核心问题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1" name="矩形: 圆角 10"/>
          <p:cNvSpPr/>
          <p:nvPr/>
        </p:nvSpPr>
        <p:spPr>
          <a:xfrm>
            <a:off x="2993454" y="2213448"/>
            <a:ext cx="8063519" cy="3730876"/>
          </a:xfrm>
          <a:prstGeom prst="roundRect">
            <a:avLst>
              <a:gd name="adj" fmla="val 7360"/>
            </a:avLst>
          </a:prstGeom>
          <a:solidFill>
            <a:schemeClr val="bg1"/>
          </a:solidFill>
          <a:ln w="381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</a:ln>
          <a:effectLst>
            <a:outerShdw blurRad="762000" dist="508000" dir="5400000" sx="80000" sy="8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06529" y="1643268"/>
            <a:ext cx="4678608" cy="4668433"/>
            <a:chOff x="685096" y="1801974"/>
            <a:chExt cx="4785410" cy="4205126"/>
          </a:xfrm>
        </p:grpSpPr>
        <p:sp>
          <p:nvSpPr>
            <p:cNvPr id="5" name="任意多边形: 形状 4"/>
            <p:cNvSpPr/>
            <p:nvPr/>
          </p:nvSpPr>
          <p:spPr>
            <a:xfrm>
              <a:off x="714244" y="1801974"/>
              <a:ext cx="4756262" cy="4205126"/>
            </a:xfrm>
            <a:custGeom>
              <a:avLst/>
              <a:gdLst>
                <a:gd name="connsiteX0" fmla="*/ 180000 w 2118565"/>
                <a:gd name="connsiteY0" fmla="*/ 0 h 2092044"/>
                <a:gd name="connsiteX1" fmla="*/ 1938408 w 2118565"/>
                <a:gd name="connsiteY1" fmla="*/ 0 h 2092044"/>
                <a:gd name="connsiteX2" fmla="*/ 2107546 w 2118565"/>
                <a:gd name="connsiteY2" fmla="*/ 241583 h 2092044"/>
                <a:gd name="connsiteX3" fmla="*/ 1476915 w 2118565"/>
                <a:gd name="connsiteY3" fmla="*/ 1973626 h 2092044"/>
                <a:gd name="connsiteX4" fmla="*/ 1307777 w 2118565"/>
                <a:gd name="connsiteY4" fmla="*/ 2092044 h 2092044"/>
                <a:gd name="connsiteX5" fmla="*/ 180000 w 2118565"/>
                <a:gd name="connsiteY5" fmla="*/ 2092044 h 2092044"/>
                <a:gd name="connsiteX6" fmla="*/ 0 w 2118565"/>
                <a:gd name="connsiteY6" fmla="*/ 1912044 h 2092044"/>
                <a:gd name="connsiteX7" fmla="*/ 0 w 2118565"/>
                <a:gd name="connsiteY7" fmla="*/ 180000 h 2092044"/>
                <a:gd name="connsiteX8" fmla="*/ 180000 w 2118565"/>
                <a:gd name="connsiteY8" fmla="*/ 0 h 209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8565" h="2092044">
                  <a:moveTo>
                    <a:pt x="180000" y="0"/>
                  </a:moveTo>
                  <a:lnTo>
                    <a:pt x="1938408" y="0"/>
                  </a:lnTo>
                  <a:cubicBezTo>
                    <a:pt x="2063357" y="0"/>
                    <a:pt x="2150294" y="124173"/>
                    <a:pt x="2107546" y="241583"/>
                  </a:cubicBezTo>
                  <a:lnTo>
                    <a:pt x="1476915" y="1973626"/>
                  </a:lnTo>
                  <a:cubicBezTo>
                    <a:pt x="1451045" y="2044677"/>
                    <a:pt x="1383390" y="2092044"/>
                    <a:pt x="1307777" y="2092044"/>
                  </a:cubicBezTo>
                  <a:lnTo>
                    <a:pt x="180000" y="2092044"/>
                  </a:lnTo>
                  <a:cubicBezTo>
                    <a:pt x="80640" y="2092044"/>
                    <a:pt x="0" y="2011404"/>
                    <a:pt x="0" y="1912044"/>
                  </a:cubicBezTo>
                  <a:lnTo>
                    <a:pt x="0" y="180000"/>
                  </a:lnTo>
                  <a:cubicBezTo>
                    <a:pt x="0" y="80640"/>
                    <a:pt x="80640" y="0"/>
                    <a:pt x="180000" y="0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1140274" y="2350972"/>
              <a:ext cx="1813306" cy="39700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 flipH="1">
              <a:off x="1293731" y="2364809"/>
              <a:ext cx="1506392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800" dirty="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粟特人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85096" y="3321586"/>
              <a:ext cx="3686687" cy="19006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41605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1.Originated from Sogdiana, Central Asia (modern Uzbekistan)</a:t>
              </a:r>
            </a:p>
            <a:p>
              <a:pPr marL="141605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2.Major cities: Samarkand, Bukhara</a:t>
              </a:r>
            </a:p>
            <a:p>
              <a:pPr marL="141605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3.Dominant traders on the Silk Road for centuries</a:t>
              </a:r>
            </a:p>
            <a:p>
              <a:pPr marL="141605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4.Sogdian was the lingua franca of the Silk Road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。</a:t>
              </a: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3187753" y="2009380"/>
              <a:ext cx="739628" cy="738599"/>
            </a:xfrm>
            <a:custGeom>
              <a:avLst/>
              <a:gdLst>
                <a:gd name="connsiteX0" fmla="*/ 145802 w 608415"/>
                <a:gd name="connsiteY0" fmla="*/ 316204 h 607568"/>
                <a:gd name="connsiteX1" fmla="*/ 335878 w 608415"/>
                <a:gd name="connsiteY1" fmla="*/ 316204 h 607568"/>
                <a:gd name="connsiteX2" fmla="*/ 355085 w 608415"/>
                <a:gd name="connsiteY2" fmla="*/ 335363 h 607568"/>
                <a:gd name="connsiteX3" fmla="*/ 335878 w 608415"/>
                <a:gd name="connsiteY3" fmla="*/ 354521 h 607568"/>
                <a:gd name="connsiteX4" fmla="*/ 145802 w 608415"/>
                <a:gd name="connsiteY4" fmla="*/ 354521 h 607568"/>
                <a:gd name="connsiteX5" fmla="*/ 126594 w 608415"/>
                <a:gd name="connsiteY5" fmla="*/ 335363 h 607568"/>
                <a:gd name="connsiteX6" fmla="*/ 145802 w 608415"/>
                <a:gd name="connsiteY6" fmla="*/ 316204 h 607568"/>
                <a:gd name="connsiteX7" fmla="*/ 145799 w 608415"/>
                <a:gd name="connsiteY7" fmla="*/ 252977 h 607568"/>
                <a:gd name="connsiteX8" fmla="*/ 430791 w 608415"/>
                <a:gd name="connsiteY8" fmla="*/ 252977 h 607568"/>
                <a:gd name="connsiteX9" fmla="*/ 449995 w 608415"/>
                <a:gd name="connsiteY9" fmla="*/ 272171 h 607568"/>
                <a:gd name="connsiteX10" fmla="*/ 430791 w 608415"/>
                <a:gd name="connsiteY10" fmla="*/ 291365 h 607568"/>
                <a:gd name="connsiteX11" fmla="*/ 145799 w 608415"/>
                <a:gd name="connsiteY11" fmla="*/ 291365 h 607568"/>
                <a:gd name="connsiteX12" fmla="*/ 126594 w 608415"/>
                <a:gd name="connsiteY12" fmla="*/ 272171 h 607568"/>
                <a:gd name="connsiteX13" fmla="*/ 145799 w 608415"/>
                <a:gd name="connsiteY13" fmla="*/ 252977 h 607568"/>
                <a:gd name="connsiteX14" fmla="*/ 145805 w 608415"/>
                <a:gd name="connsiteY14" fmla="*/ 189750 h 607568"/>
                <a:gd name="connsiteX15" fmla="*/ 209279 w 608415"/>
                <a:gd name="connsiteY15" fmla="*/ 189750 h 607568"/>
                <a:gd name="connsiteX16" fmla="*/ 228490 w 608415"/>
                <a:gd name="connsiteY16" fmla="*/ 208944 h 607568"/>
                <a:gd name="connsiteX17" fmla="*/ 209279 w 608415"/>
                <a:gd name="connsiteY17" fmla="*/ 228138 h 607568"/>
                <a:gd name="connsiteX18" fmla="*/ 145805 w 608415"/>
                <a:gd name="connsiteY18" fmla="*/ 228138 h 607568"/>
                <a:gd name="connsiteX19" fmla="*/ 126594 w 608415"/>
                <a:gd name="connsiteY19" fmla="*/ 208944 h 607568"/>
                <a:gd name="connsiteX20" fmla="*/ 145805 w 608415"/>
                <a:gd name="connsiteY20" fmla="*/ 189750 h 607568"/>
                <a:gd name="connsiteX21" fmla="*/ 70060 w 608415"/>
                <a:gd name="connsiteY21" fmla="*/ 133174 h 607568"/>
                <a:gd name="connsiteX22" fmla="*/ 70060 w 608415"/>
                <a:gd name="connsiteY22" fmla="*/ 442788 h 607568"/>
                <a:gd name="connsiteX23" fmla="*/ 538355 w 608415"/>
                <a:gd name="connsiteY23" fmla="*/ 442788 h 607568"/>
                <a:gd name="connsiteX24" fmla="*/ 538355 w 608415"/>
                <a:gd name="connsiteY24" fmla="*/ 133174 h 607568"/>
                <a:gd name="connsiteX25" fmla="*/ 38410 w 608415"/>
                <a:gd name="connsiteY25" fmla="*/ 69962 h 607568"/>
                <a:gd name="connsiteX26" fmla="*/ 38410 w 608415"/>
                <a:gd name="connsiteY26" fmla="*/ 94817 h 607568"/>
                <a:gd name="connsiteX27" fmla="*/ 570005 w 608415"/>
                <a:gd name="connsiteY27" fmla="*/ 94817 h 607568"/>
                <a:gd name="connsiteX28" fmla="*/ 570005 w 608415"/>
                <a:gd name="connsiteY28" fmla="*/ 69962 h 607568"/>
                <a:gd name="connsiteX29" fmla="*/ 304208 w 608415"/>
                <a:gd name="connsiteY29" fmla="*/ 0 h 607568"/>
                <a:gd name="connsiteX30" fmla="*/ 323413 w 608415"/>
                <a:gd name="connsiteY30" fmla="*/ 19178 h 607568"/>
                <a:gd name="connsiteX31" fmla="*/ 323413 w 608415"/>
                <a:gd name="connsiteY31" fmla="*/ 31606 h 607568"/>
                <a:gd name="connsiteX32" fmla="*/ 589210 w 608415"/>
                <a:gd name="connsiteY32" fmla="*/ 31606 h 607568"/>
                <a:gd name="connsiteX33" fmla="*/ 608415 w 608415"/>
                <a:gd name="connsiteY33" fmla="*/ 50784 h 607568"/>
                <a:gd name="connsiteX34" fmla="*/ 608415 w 608415"/>
                <a:gd name="connsiteY34" fmla="*/ 113995 h 607568"/>
                <a:gd name="connsiteX35" fmla="*/ 589210 w 608415"/>
                <a:gd name="connsiteY35" fmla="*/ 133174 h 607568"/>
                <a:gd name="connsiteX36" fmla="*/ 576765 w 608415"/>
                <a:gd name="connsiteY36" fmla="*/ 133174 h 607568"/>
                <a:gd name="connsiteX37" fmla="*/ 576765 w 608415"/>
                <a:gd name="connsiteY37" fmla="*/ 461967 h 607568"/>
                <a:gd name="connsiteX38" fmla="*/ 557560 w 608415"/>
                <a:gd name="connsiteY38" fmla="*/ 481145 h 607568"/>
                <a:gd name="connsiteX39" fmla="*/ 342618 w 608415"/>
                <a:gd name="connsiteY39" fmla="*/ 481145 h 607568"/>
                <a:gd name="connsiteX40" fmla="*/ 414521 w 608415"/>
                <a:gd name="connsiteY40" fmla="*/ 576883 h 607568"/>
                <a:gd name="connsiteX41" fmla="*/ 410680 w 608415"/>
                <a:gd name="connsiteY41" fmla="*/ 603733 h 607568"/>
                <a:gd name="connsiteX42" fmla="*/ 399157 w 608415"/>
                <a:gd name="connsiteY42" fmla="*/ 607568 h 607568"/>
                <a:gd name="connsiteX43" fmla="*/ 383793 w 608415"/>
                <a:gd name="connsiteY43" fmla="*/ 599897 h 607568"/>
                <a:gd name="connsiteX44" fmla="*/ 323413 w 608415"/>
                <a:gd name="connsiteY44" fmla="*/ 519348 h 607568"/>
                <a:gd name="connsiteX45" fmla="*/ 323413 w 608415"/>
                <a:gd name="connsiteY45" fmla="*/ 588390 h 607568"/>
                <a:gd name="connsiteX46" fmla="*/ 304208 w 608415"/>
                <a:gd name="connsiteY46" fmla="*/ 607568 h 607568"/>
                <a:gd name="connsiteX47" fmla="*/ 285003 w 608415"/>
                <a:gd name="connsiteY47" fmla="*/ 588390 h 607568"/>
                <a:gd name="connsiteX48" fmla="*/ 285003 w 608415"/>
                <a:gd name="connsiteY48" fmla="*/ 519348 h 607568"/>
                <a:gd name="connsiteX49" fmla="*/ 224622 w 608415"/>
                <a:gd name="connsiteY49" fmla="*/ 599897 h 607568"/>
                <a:gd name="connsiteX50" fmla="*/ 209258 w 608415"/>
                <a:gd name="connsiteY50" fmla="*/ 607568 h 607568"/>
                <a:gd name="connsiteX51" fmla="*/ 197735 w 608415"/>
                <a:gd name="connsiteY51" fmla="*/ 603733 h 607568"/>
                <a:gd name="connsiteX52" fmla="*/ 193894 w 608415"/>
                <a:gd name="connsiteY52" fmla="*/ 576883 h 607568"/>
                <a:gd name="connsiteX53" fmla="*/ 265798 w 608415"/>
                <a:gd name="connsiteY53" fmla="*/ 481145 h 607568"/>
                <a:gd name="connsiteX54" fmla="*/ 50855 w 608415"/>
                <a:gd name="connsiteY54" fmla="*/ 481145 h 607568"/>
                <a:gd name="connsiteX55" fmla="*/ 31650 w 608415"/>
                <a:gd name="connsiteY55" fmla="*/ 461967 h 607568"/>
                <a:gd name="connsiteX56" fmla="*/ 31650 w 608415"/>
                <a:gd name="connsiteY56" fmla="*/ 133174 h 607568"/>
                <a:gd name="connsiteX57" fmla="*/ 19205 w 608415"/>
                <a:gd name="connsiteY57" fmla="*/ 133174 h 607568"/>
                <a:gd name="connsiteX58" fmla="*/ 0 w 608415"/>
                <a:gd name="connsiteY58" fmla="*/ 113995 h 607568"/>
                <a:gd name="connsiteX59" fmla="*/ 0 w 608415"/>
                <a:gd name="connsiteY59" fmla="*/ 50784 h 607568"/>
                <a:gd name="connsiteX60" fmla="*/ 19205 w 608415"/>
                <a:gd name="connsiteY60" fmla="*/ 31606 h 607568"/>
                <a:gd name="connsiteX61" fmla="*/ 285003 w 608415"/>
                <a:gd name="connsiteY61" fmla="*/ 31606 h 607568"/>
                <a:gd name="connsiteX62" fmla="*/ 285003 w 608415"/>
                <a:gd name="connsiteY62" fmla="*/ 19178 h 607568"/>
                <a:gd name="connsiteX63" fmla="*/ 304208 w 608415"/>
                <a:gd name="connsiteY63" fmla="*/ 0 h 60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08415" h="607568">
                  <a:moveTo>
                    <a:pt x="145802" y="316204"/>
                  </a:moveTo>
                  <a:lnTo>
                    <a:pt x="335878" y="316204"/>
                  </a:lnTo>
                  <a:cubicBezTo>
                    <a:pt x="346480" y="316204"/>
                    <a:pt x="355085" y="324787"/>
                    <a:pt x="355085" y="335363"/>
                  </a:cubicBezTo>
                  <a:cubicBezTo>
                    <a:pt x="355085" y="345938"/>
                    <a:pt x="346480" y="354521"/>
                    <a:pt x="335878" y="354521"/>
                  </a:cubicBezTo>
                  <a:lnTo>
                    <a:pt x="145802" y="354521"/>
                  </a:lnTo>
                  <a:cubicBezTo>
                    <a:pt x="135199" y="354521"/>
                    <a:pt x="126594" y="345938"/>
                    <a:pt x="126594" y="335363"/>
                  </a:cubicBezTo>
                  <a:cubicBezTo>
                    <a:pt x="126594" y="324787"/>
                    <a:pt x="135199" y="316204"/>
                    <a:pt x="145802" y="316204"/>
                  </a:cubicBezTo>
                  <a:close/>
                  <a:moveTo>
                    <a:pt x="145799" y="252977"/>
                  </a:moveTo>
                  <a:lnTo>
                    <a:pt x="430791" y="252977"/>
                  </a:lnTo>
                  <a:cubicBezTo>
                    <a:pt x="441392" y="252977"/>
                    <a:pt x="449995" y="261576"/>
                    <a:pt x="449995" y="272171"/>
                  </a:cubicBezTo>
                  <a:cubicBezTo>
                    <a:pt x="449995" y="282766"/>
                    <a:pt x="441392" y="291365"/>
                    <a:pt x="430791" y="291365"/>
                  </a:cubicBezTo>
                  <a:lnTo>
                    <a:pt x="145799" y="291365"/>
                  </a:lnTo>
                  <a:cubicBezTo>
                    <a:pt x="135198" y="291365"/>
                    <a:pt x="126594" y="282766"/>
                    <a:pt x="126594" y="272171"/>
                  </a:cubicBezTo>
                  <a:cubicBezTo>
                    <a:pt x="126594" y="261576"/>
                    <a:pt x="135198" y="252977"/>
                    <a:pt x="145799" y="252977"/>
                  </a:cubicBezTo>
                  <a:close/>
                  <a:moveTo>
                    <a:pt x="145805" y="189750"/>
                  </a:moveTo>
                  <a:lnTo>
                    <a:pt x="209279" y="189750"/>
                  </a:lnTo>
                  <a:cubicBezTo>
                    <a:pt x="219884" y="189750"/>
                    <a:pt x="228490" y="198349"/>
                    <a:pt x="228490" y="208944"/>
                  </a:cubicBezTo>
                  <a:cubicBezTo>
                    <a:pt x="228490" y="219539"/>
                    <a:pt x="219884" y="228138"/>
                    <a:pt x="209279" y="228138"/>
                  </a:cubicBezTo>
                  <a:lnTo>
                    <a:pt x="145805" y="228138"/>
                  </a:lnTo>
                  <a:cubicBezTo>
                    <a:pt x="135201" y="228138"/>
                    <a:pt x="126594" y="219539"/>
                    <a:pt x="126594" y="208944"/>
                  </a:cubicBezTo>
                  <a:cubicBezTo>
                    <a:pt x="126594" y="198349"/>
                    <a:pt x="135201" y="189750"/>
                    <a:pt x="145805" y="189750"/>
                  </a:cubicBezTo>
                  <a:close/>
                  <a:moveTo>
                    <a:pt x="70060" y="133174"/>
                  </a:moveTo>
                  <a:lnTo>
                    <a:pt x="70060" y="442788"/>
                  </a:lnTo>
                  <a:lnTo>
                    <a:pt x="538355" y="442788"/>
                  </a:lnTo>
                  <a:lnTo>
                    <a:pt x="538355" y="133174"/>
                  </a:lnTo>
                  <a:close/>
                  <a:moveTo>
                    <a:pt x="38410" y="69962"/>
                  </a:moveTo>
                  <a:lnTo>
                    <a:pt x="38410" y="94817"/>
                  </a:lnTo>
                  <a:lnTo>
                    <a:pt x="570005" y="94817"/>
                  </a:lnTo>
                  <a:lnTo>
                    <a:pt x="570005" y="69962"/>
                  </a:lnTo>
                  <a:close/>
                  <a:moveTo>
                    <a:pt x="304208" y="0"/>
                  </a:moveTo>
                  <a:cubicBezTo>
                    <a:pt x="314809" y="0"/>
                    <a:pt x="323413" y="8592"/>
                    <a:pt x="323413" y="19178"/>
                  </a:cubicBezTo>
                  <a:lnTo>
                    <a:pt x="323413" y="31606"/>
                  </a:lnTo>
                  <a:lnTo>
                    <a:pt x="589210" y="31606"/>
                  </a:lnTo>
                  <a:cubicBezTo>
                    <a:pt x="599811" y="31606"/>
                    <a:pt x="608415" y="40197"/>
                    <a:pt x="608415" y="50784"/>
                  </a:cubicBezTo>
                  <a:lnTo>
                    <a:pt x="608415" y="113995"/>
                  </a:lnTo>
                  <a:cubicBezTo>
                    <a:pt x="608415" y="124582"/>
                    <a:pt x="599811" y="133174"/>
                    <a:pt x="589210" y="133174"/>
                  </a:cubicBezTo>
                  <a:lnTo>
                    <a:pt x="576765" y="133174"/>
                  </a:lnTo>
                  <a:lnTo>
                    <a:pt x="576765" y="461967"/>
                  </a:lnTo>
                  <a:cubicBezTo>
                    <a:pt x="576765" y="472553"/>
                    <a:pt x="568161" y="481145"/>
                    <a:pt x="557560" y="481145"/>
                  </a:cubicBezTo>
                  <a:lnTo>
                    <a:pt x="342618" y="481145"/>
                  </a:lnTo>
                  <a:lnTo>
                    <a:pt x="414521" y="576883"/>
                  </a:lnTo>
                  <a:cubicBezTo>
                    <a:pt x="420974" y="585321"/>
                    <a:pt x="419284" y="597442"/>
                    <a:pt x="410680" y="603733"/>
                  </a:cubicBezTo>
                  <a:cubicBezTo>
                    <a:pt x="407300" y="606341"/>
                    <a:pt x="403306" y="607568"/>
                    <a:pt x="399157" y="607568"/>
                  </a:cubicBezTo>
                  <a:cubicBezTo>
                    <a:pt x="393319" y="607568"/>
                    <a:pt x="387634" y="604960"/>
                    <a:pt x="383793" y="599897"/>
                  </a:cubicBezTo>
                  <a:lnTo>
                    <a:pt x="323413" y="519348"/>
                  </a:lnTo>
                  <a:lnTo>
                    <a:pt x="323413" y="588390"/>
                  </a:lnTo>
                  <a:cubicBezTo>
                    <a:pt x="323413" y="598976"/>
                    <a:pt x="314809" y="607568"/>
                    <a:pt x="304208" y="607568"/>
                  </a:cubicBezTo>
                  <a:cubicBezTo>
                    <a:pt x="293607" y="607568"/>
                    <a:pt x="285003" y="598976"/>
                    <a:pt x="285003" y="588390"/>
                  </a:cubicBezTo>
                  <a:lnTo>
                    <a:pt x="285003" y="519348"/>
                  </a:lnTo>
                  <a:lnTo>
                    <a:pt x="224622" y="599897"/>
                  </a:lnTo>
                  <a:cubicBezTo>
                    <a:pt x="220781" y="604960"/>
                    <a:pt x="215096" y="607568"/>
                    <a:pt x="209258" y="607568"/>
                  </a:cubicBezTo>
                  <a:cubicBezTo>
                    <a:pt x="205110" y="607568"/>
                    <a:pt x="201115" y="606341"/>
                    <a:pt x="197735" y="603733"/>
                  </a:cubicBezTo>
                  <a:cubicBezTo>
                    <a:pt x="189131" y="597442"/>
                    <a:pt x="187441" y="585321"/>
                    <a:pt x="193894" y="576883"/>
                  </a:cubicBezTo>
                  <a:lnTo>
                    <a:pt x="265798" y="481145"/>
                  </a:lnTo>
                  <a:lnTo>
                    <a:pt x="50855" y="481145"/>
                  </a:lnTo>
                  <a:cubicBezTo>
                    <a:pt x="40253" y="481145"/>
                    <a:pt x="31650" y="472553"/>
                    <a:pt x="31650" y="461967"/>
                  </a:cubicBezTo>
                  <a:lnTo>
                    <a:pt x="31650" y="133174"/>
                  </a:lnTo>
                  <a:lnTo>
                    <a:pt x="19205" y="133174"/>
                  </a:lnTo>
                  <a:cubicBezTo>
                    <a:pt x="8604" y="133174"/>
                    <a:pt x="0" y="124582"/>
                    <a:pt x="0" y="113995"/>
                  </a:cubicBezTo>
                  <a:lnTo>
                    <a:pt x="0" y="50784"/>
                  </a:lnTo>
                  <a:cubicBezTo>
                    <a:pt x="0" y="40197"/>
                    <a:pt x="8604" y="31606"/>
                    <a:pt x="19205" y="31606"/>
                  </a:cubicBezTo>
                  <a:lnTo>
                    <a:pt x="285003" y="31606"/>
                  </a:lnTo>
                  <a:lnTo>
                    <a:pt x="285003" y="19178"/>
                  </a:lnTo>
                  <a:cubicBezTo>
                    <a:pt x="285003" y="8592"/>
                    <a:pt x="293607" y="0"/>
                    <a:pt x="30420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14244" y="2808361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Who Were the Sogdians?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31890" y="1511647"/>
            <a:ext cx="5388875" cy="49316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258420" y="181841"/>
            <a:ext cx="8270437" cy="722524"/>
            <a:chOff x="594086" y="3121810"/>
            <a:chExt cx="8270437" cy="722524"/>
          </a:xfrm>
        </p:grpSpPr>
        <p:sp>
          <p:nvSpPr>
            <p:cNvPr id="39" name="椭圆 38"/>
            <p:cNvSpPr/>
            <p:nvPr/>
          </p:nvSpPr>
          <p:spPr>
            <a:xfrm>
              <a:off x="594086" y="3121810"/>
              <a:ext cx="713144" cy="713143"/>
            </a:xfrm>
            <a:prstGeom prst="ellipse">
              <a:avLst/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1"/>
              </p:custDataLst>
            </p:nvPr>
          </p:nvSpPr>
          <p:spPr>
            <a:xfrm>
              <a:off x="1502230" y="3155389"/>
              <a:ext cx="73622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Core Question &amp; The Sogdians</a:t>
              </a:r>
            </a:p>
          </p:txBody>
        </p:sp>
        <p:sp>
          <p:nvSpPr>
            <p:cNvPr id="41" name="文本框 40"/>
            <p:cNvSpPr txBox="1"/>
            <p:nvPr>
              <p:custDataLst>
                <p:tags r:id="rId2"/>
              </p:custDataLst>
            </p:nvPr>
          </p:nvSpPr>
          <p:spPr>
            <a:xfrm>
              <a:off x="594086" y="3235107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3"/>
              </p:custDataLst>
            </p:nvPr>
          </p:nvSpPr>
          <p:spPr>
            <a:xfrm>
              <a:off x="1531756" y="3615370"/>
              <a:ext cx="2137834" cy="228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kern="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</a:rPr>
                <a:t>背景：粟特人与核心问题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矩形: 圆角 4"/>
          <p:cNvSpPr/>
          <p:nvPr/>
        </p:nvSpPr>
        <p:spPr>
          <a:xfrm>
            <a:off x="992846" y="2112456"/>
            <a:ext cx="8063519" cy="3730876"/>
          </a:xfrm>
          <a:prstGeom prst="roundRect">
            <a:avLst>
              <a:gd name="adj" fmla="val 7360"/>
            </a:avLst>
          </a:prstGeom>
          <a:solidFill>
            <a:schemeClr val="bg1"/>
          </a:solidFill>
          <a:ln w="381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</a:ln>
          <a:effectLst>
            <a:outerShdw blurRad="762000" dist="508000" dir="5400000" sx="80000" sy="8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任意多边形: 形状 6"/>
          <p:cNvSpPr/>
          <p:nvPr/>
        </p:nvSpPr>
        <p:spPr>
          <a:xfrm flipH="1">
            <a:off x="6641406" y="1442659"/>
            <a:ext cx="4650111" cy="4668433"/>
          </a:xfrm>
          <a:custGeom>
            <a:avLst/>
            <a:gdLst>
              <a:gd name="connsiteX0" fmla="*/ 180000 w 2118565"/>
              <a:gd name="connsiteY0" fmla="*/ 0 h 2092044"/>
              <a:gd name="connsiteX1" fmla="*/ 1938408 w 2118565"/>
              <a:gd name="connsiteY1" fmla="*/ 0 h 2092044"/>
              <a:gd name="connsiteX2" fmla="*/ 2107546 w 2118565"/>
              <a:gd name="connsiteY2" fmla="*/ 241583 h 2092044"/>
              <a:gd name="connsiteX3" fmla="*/ 1476915 w 2118565"/>
              <a:gd name="connsiteY3" fmla="*/ 1973626 h 2092044"/>
              <a:gd name="connsiteX4" fmla="*/ 1307777 w 2118565"/>
              <a:gd name="connsiteY4" fmla="*/ 2092044 h 2092044"/>
              <a:gd name="connsiteX5" fmla="*/ 180000 w 2118565"/>
              <a:gd name="connsiteY5" fmla="*/ 2092044 h 2092044"/>
              <a:gd name="connsiteX6" fmla="*/ 0 w 2118565"/>
              <a:gd name="connsiteY6" fmla="*/ 1912044 h 2092044"/>
              <a:gd name="connsiteX7" fmla="*/ 0 w 2118565"/>
              <a:gd name="connsiteY7" fmla="*/ 180000 h 2092044"/>
              <a:gd name="connsiteX8" fmla="*/ 180000 w 2118565"/>
              <a:gd name="connsiteY8" fmla="*/ 0 h 2092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8565" h="2092044">
                <a:moveTo>
                  <a:pt x="180000" y="0"/>
                </a:moveTo>
                <a:lnTo>
                  <a:pt x="1938408" y="0"/>
                </a:lnTo>
                <a:cubicBezTo>
                  <a:pt x="2063357" y="0"/>
                  <a:pt x="2150294" y="124173"/>
                  <a:pt x="2107546" y="241583"/>
                </a:cubicBezTo>
                <a:lnTo>
                  <a:pt x="1476915" y="1973626"/>
                </a:lnTo>
                <a:cubicBezTo>
                  <a:pt x="1451045" y="2044677"/>
                  <a:pt x="1383390" y="2092044"/>
                  <a:pt x="1307777" y="2092044"/>
                </a:cubicBezTo>
                <a:lnTo>
                  <a:pt x="180000" y="2092044"/>
                </a:lnTo>
                <a:cubicBezTo>
                  <a:pt x="80640" y="2092044"/>
                  <a:pt x="0" y="2011404"/>
                  <a:pt x="0" y="1912044"/>
                </a:cubicBezTo>
                <a:lnTo>
                  <a:pt x="0" y="180000"/>
                </a:lnTo>
                <a:cubicBezTo>
                  <a:pt x="0" y="80640"/>
                  <a:pt x="80640" y="0"/>
                  <a:pt x="180000" y="0"/>
                </a:cubicBezTo>
              </a:path>
            </a:pathLst>
          </a:custGeom>
          <a:gradFill flip="none"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726209" y="1927516"/>
            <a:ext cx="3322647" cy="2807526"/>
            <a:chOff x="7844078" y="2213703"/>
            <a:chExt cx="3322647" cy="2807526"/>
          </a:xfrm>
        </p:grpSpPr>
        <p:sp>
          <p:nvSpPr>
            <p:cNvPr id="10" name="文本框 9"/>
            <p:cNvSpPr txBox="1"/>
            <p:nvPr/>
          </p:nvSpPr>
          <p:spPr>
            <a:xfrm flipH="1">
              <a:off x="7844078" y="2911173"/>
              <a:ext cx="3322647" cy="21100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41605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When merchants trade across civilizational boundaries —</a:t>
              </a:r>
            </a:p>
            <a:p>
              <a:pPr marL="141605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without a shared language or legal tradition —</a:t>
              </a:r>
            </a:p>
            <a:p>
              <a:pPr marL="141605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How do they build trust?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 flipH="1">
              <a:off x="8991967" y="2213703"/>
              <a:ext cx="1985990" cy="51253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The Core Question: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28781" y="1442659"/>
            <a:ext cx="4084328" cy="4867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E3E9D69-E81E-A2D9-B46B-5127CA6298F9}"/>
              </a:ext>
            </a:extLst>
          </p:cNvPr>
          <p:cNvSpPr/>
          <p:nvPr/>
        </p:nvSpPr>
        <p:spPr>
          <a:xfrm flipH="1">
            <a:off x="4" y="581480"/>
            <a:ext cx="12191996" cy="6276521"/>
          </a:xfrm>
          <a:custGeom>
            <a:avLst/>
            <a:gdLst>
              <a:gd name="connsiteX0" fmla="*/ 12191996 w 12191996"/>
              <a:gd name="connsiteY0" fmla="*/ 0 h 6276521"/>
              <a:gd name="connsiteX1" fmla="*/ 12140510 w 12191996"/>
              <a:gd name="connsiteY1" fmla="*/ 0 h 6276521"/>
              <a:gd name="connsiteX2" fmla="*/ 12110777 w 12191996"/>
              <a:gd name="connsiteY2" fmla="*/ 49637 h 6276521"/>
              <a:gd name="connsiteX3" fmla="*/ 4805856 w 12191996"/>
              <a:gd name="connsiteY3" fmla="*/ 5894967 h 6276521"/>
              <a:gd name="connsiteX4" fmla="*/ 170475 w 12191996"/>
              <a:gd name="connsiteY4" fmla="*/ 5648914 h 6276521"/>
              <a:gd name="connsiteX5" fmla="*/ 0 w 12191996"/>
              <a:gd name="connsiteY5" fmla="*/ 5587978 h 6276521"/>
              <a:gd name="connsiteX6" fmla="*/ 0 w 12191996"/>
              <a:gd name="connsiteY6" fmla="*/ 6276521 h 6276521"/>
              <a:gd name="connsiteX7" fmla="*/ 12191996 w 12191996"/>
              <a:gd name="connsiteY7" fmla="*/ 6276521 h 627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276521">
                <a:moveTo>
                  <a:pt x="12191996" y="0"/>
                </a:moveTo>
                <a:lnTo>
                  <a:pt x="12140510" y="0"/>
                </a:lnTo>
                <a:lnTo>
                  <a:pt x="12110777" y="49637"/>
                </a:lnTo>
                <a:cubicBezTo>
                  <a:pt x="11080602" y="1676396"/>
                  <a:pt x="7181983" y="5234627"/>
                  <a:pt x="4805856" y="5894967"/>
                </a:cubicBezTo>
                <a:cubicBezTo>
                  <a:pt x="3426169" y="6278391"/>
                  <a:pt x="1663291" y="6133802"/>
                  <a:pt x="170475" y="5648914"/>
                </a:cubicBezTo>
                <a:lnTo>
                  <a:pt x="0" y="5587978"/>
                </a:lnTo>
                <a:lnTo>
                  <a:pt x="0" y="6276521"/>
                </a:lnTo>
                <a:lnTo>
                  <a:pt x="12191996" y="6276521"/>
                </a:lnTo>
                <a:close/>
              </a:path>
            </a:pathLst>
          </a:custGeom>
          <a:gradFill flip="none" rotWithShape="0">
            <a:gsLst>
              <a:gs pos="0">
                <a:schemeClr val="accent3"/>
              </a:gs>
              <a:gs pos="98000">
                <a:schemeClr val="accent4"/>
              </a:gs>
            </a:gsLst>
            <a:lin ang="2700000" scaled="0"/>
            <a:tileRect/>
          </a:gradFill>
          <a:ln w="350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5A8B7DAC-E2B1-20C1-8FCB-BD3AF298B9ED}"/>
              </a:ext>
            </a:extLst>
          </p:cNvPr>
          <p:cNvSpPr/>
          <p:nvPr/>
        </p:nvSpPr>
        <p:spPr>
          <a:xfrm flipH="1">
            <a:off x="0" y="1721108"/>
            <a:ext cx="12192000" cy="5136893"/>
          </a:xfrm>
          <a:custGeom>
            <a:avLst/>
            <a:gdLst>
              <a:gd name="connsiteX0" fmla="*/ 12192000 w 12192000"/>
              <a:gd name="connsiteY0" fmla="*/ 0 h 5136893"/>
              <a:gd name="connsiteX1" fmla="*/ 12121700 w 12192000"/>
              <a:gd name="connsiteY1" fmla="*/ 81868 h 5136893"/>
              <a:gd name="connsiteX2" fmla="*/ 4836239 w 12192000"/>
              <a:gd name="connsiteY2" fmla="*/ 4761337 h 5136893"/>
              <a:gd name="connsiteX3" fmla="*/ 18861 w 12192000"/>
              <a:gd name="connsiteY3" fmla="*/ 4817406 h 5136893"/>
              <a:gd name="connsiteX4" fmla="*/ 0 w 12192000"/>
              <a:gd name="connsiteY4" fmla="*/ 4813085 h 5136893"/>
              <a:gd name="connsiteX5" fmla="*/ 0 w 12192000"/>
              <a:gd name="connsiteY5" fmla="*/ 5136893 h 5136893"/>
              <a:gd name="connsiteX6" fmla="*/ 12192000 w 12192000"/>
              <a:gd name="connsiteY6" fmla="*/ 5136893 h 513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6893">
                <a:moveTo>
                  <a:pt x="12192000" y="0"/>
                </a:moveTo>
                <a:lnTo>
                  <a:pt x="12121700" y="81868"/>
                </a:lnTo>
                <a:cubicBezTo>
                  <a:pt x="10796706" y="1572876"/>
                  <a:pt x="7140649" y="4178004"/>
                  <a:pt x="4836239" y="4761337"/>
                </a:cubicBezTo>
                <a:cubicBezTo>
                  <a:pt x="3408991" y="5122627"/>
                  <a:pt x="1573640" y="5130328"/>
                  <a:pt x="18861" y="4817406"/>
                </a:cubicBezTo>
                <a:lnTo>
                  <a:pt x="0" y="4813085"/>
                </a:lnTo>
                <a:lnTo>
                  <a:pt x="0" y="5136893"/>
                </a:lnTo>
                <a:lnTo>
                  <a:pt x="12192000" y="5136893"/>
                </a:lnTo>
                <a:close/>
              </a:path>
            </a:pathLst>
          </a:custGeom>
          <a:gradFill flip="none" rotWithShape="0"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76200" dir="18900000" algn="bl" rotWithShape="0">
              <a:sysClr val="windowText" lastClr="000000">
                <a:lumMod val="75000"/>
                <a:lumOff val="25000"/>
                <a:alpha val="30000"/>
              </a:sys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3591" y="239847"/>
            <a:ext cx="1582484" cy="3416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8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YOUR LOGO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9090" y="528645"/>
            <a:ext cx="141731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0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UNIVERSITY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58382" y="6248365"/>
            <a:ext cx="1477440" cy="272538"/>
            <a:chOff x="358382" y="6248365"/>
            <a:chExt cx="1477440" cy="272538"/>
          </a:xfrm>
        </p:grpSpPr>
        <p:sp>
          <p:nvSpPr>
            <p:cNvPr id="18" name="椭圆 17"/>
            <p:cNvSpPr/>
            <p:nvPr/>
          </p:nvSpPr>
          <p:spPr>
            <a:xfrm>
              <a:off x="358382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32587" y="6301888"/>
              <a:ext cx="124128" cy="165492"/>
            </a:xfrm>
            <a:custGeom>
              <a:avLst/>
              <a:gdLst>
                <a:gd name="T0" fmla="*/ 648 w 7770"/>
                <a:gd name="T1" fmla="*/ 0 h 10360"/>
                <a:gd name="T2" fmla="*/ 7123 w 7770"/>
                <a:gd name="T3" fmla="*/ 0 h 10360"/>
                <a:gd name="T4" fmla="*/ 7770 w 7770"/>
                <a:gd name="T5" fmla="*/ 647 h 10360"/>
                <a:gd name="T6" fmla="*/ 7770 w 7770"/>
                <a:gd name="T7" fmla="*/ 9712 h 10360"/>
                <a:gd name="T8" fmla="*/ 7123 w 7770"/>
                <a:gd name="T9" fmla="*/ 10360 h 10360"/>
                <a:gd name="T10" fmla="*/ 648 w 7770"/>
                <a:gd name="T11" fmla="*/ 10360 h 10360"/>
                <a:gd name="T12" fmla="*/ 0 w 7770"/>
                <a:gd name="T13" fmla="*/ 9712 h 10360"/>
                <a:gd name="T14" fmla="*/ 0 w 7770"/>
                <a:gd name="T15" fmla="*/ 647 h 10360"/>
                <a:gd name="T16" fmla="*/ 648 w 7770"/>
                <a:gd name="T17" fmla="*/ 0 h 10360"/>
                <a:gd name="T18" fmla="*/ 1295 w 7770"/>
                <a:gd name="T19" fmla="*/ 1293 h 10360"/>
                <a:gd name="T20" fmla="*/ 1295 w 7770"/>
                <a:gd name="T21" fmla="*/ 8416 h 10360"/>
                <a:gd name="T22" fmla="*/ 6475 w 7770"/>
                <a:gd name="T23" fmla="*/ 8416 h 10360"/>
                <a:gd name="T24" fmla="*/ 6475 w 7770"/>
                <a:gd name="T25" fmla="*/ 1293 h 10360"/>
                <a:gd name="T26" fmla="*/ 1295 w 7770"/>
                <a:gd name="T27" fmla="*/ 1293 h 10360"/>
                <a:gd name="T28" fmla="*/ 3890 w 7770"/>
                <a:gd name="T29" fmla="*/ 8902 h 10360"/>
                <a:gd name="T30" fmla="*/ 3405 w 7770"/>
                <a:gd name="T31" fmla="*/ 9387 h 10360"/>
                <a:gd name="T32" fmla="*/ 3890 w 7770"/>
                <a:gd name="T33" fmla="*/ 9872 h 10360"/>
                <a:gd name="T34" fmla="*/ 4375 w 7770"/>
                <a:gd name="T35" fmla="*/ 9387 h 10360"/>
                <a:gd name="T36" fmla="*/ 3890 w 7770"/>
                <a:gd name="T37" fmla="*/ 8902 h 10360"/>
                <a:gd name="T38" fmla="*/ 3413 w 7770"/>
                <a:gd name="T39" fmla="*/ 5486 h 10360"/>
                <a:gd name="T40" fmla="*/ 5026 w 7770"/>
                <a:gd name="T41" fmla="*/ 3825 h 10360"/>
                <a:gd name="T42" fmla="*/ 5683 w 7770"/>
                <a:gd name="T43" fmla="*/ 3815 h 10360"/>
                <a:gd name="T44" fmla="*/ 5688 w 7770"/>
                <a:gd name="T45" fmla="*/ 3820 h 10360"/>
                <a:gd name="T46" fmla="*/ 5692 w 7770"/>
                <a:gd name="T47" fmla="*/ 4491 h 10360"/>
                <a:gd name="T48" fmla="*/ 3769 w 7770"/>
                <a:gd name="T49" fmla="*/ 6472 h 10360"/>
                <a:gd name="T50" fmla="*/ 3636 w 7770"/>
                <a:gd name="T51" fmla="*/ 6567 h 10360"/>
                <a:gd name="T52" fmla="*/ 3081 w 7770"/>
                <a:gd name="T53" fmla="*/ 6485 h 10360"/>
                <a:gd name="T54" fmla="*/ 2081 w 7770"/>
                <a:gd name="T55" fmla="*/ 5486 h 10360"/>
                <a:gd name="T56" fmla="*/ 2103 w 7770"/>
                <a:gd name="T57" fmla="*/ 4820 h 10360"/>
                <a:gd name="T58" fmla="*/ 2748 w 7770"/>
                <a:gd name="T59" fmla="*/ 4820 h 10360"/>
                <a:gd name="T60" fmla="*/ 3413 w 7770"/>
                <a:gd name="T61" fmla="*/ 5486 h 10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70" h="10360">
                  <a:moveTo>
                    <a:pt x="648" y="0"/>
                  </a:moveTo>
                  <a:lnTo>
                    <a:pt x="7123" y="0"/>
                  </a:lnTo>
                  <a:cubicBezTo>
                    <a:pt x="7480" y="0"/>
                    <a:pt x="7770" y="290"/>
                    <a:pt x="7770" y="647"/>
                  </a:cubicBezTo>
                  <a:lnTo>
                    <a:pt x="7770" y="9712"/>
                  </a:lnTo>
                  <a:cubicBezTo>
                    <a:pt x="7770" y="10070"/>
                    <a:pt x="7480" y="10360"/>
                    <a:pt x="7123" y="10360"/>
                  </a:cubicBezTo>
                  <a:lnTo>
                    <a:pt x="648" y="10360"/>
                  </a:lnTo>
                  <a:cubicBezTo>
                    <a:pt x="290" y="10360"/>
                    <a:pt x="0" y="10070"/>
                    <a:pt x="0" y="9712"/>
                  </a:cubicBezTo>
                  <a:lnTo>
                    <a:pt x="0" y="647"/>
                  </a:lnTo>
                  <a:cubicBezTo>
                    <a:pt x="0" y="288"/>
                    <a:pt x="290" y="0"/>
                    <a:pt x="648" y="0"/>
                  </a:cubicBezTo>
                  <a:close/>
                  <a:moveTo>
                    <a:pt x="1295" y="1293"/>
                  </a:moveTo>
                  <a:lnTo>
                    <a:pt x="1295" y="8416"/>
                  </a:lnTo>
                  <a:lnTo>
                    <a:pt x="6475" y="8416"/>
                  </a:lnTo>
                  <a:lnTo>
                    <a:pt x="6475" y="1293"/>
                  </a:lnTo>
                  <a:lnTo>
                    <a:pt x="1295" y="1293"/>
                  </a:lnTo>
                  <a:close/>
                  <a:moveTo>
                    <a:pt x="3890" y="8902"/>
                  </a:moveTo>
                  <a:cubicBezTo>
                    <a:pt x="3621" y="8902"/>
                    <a:pt x="3405" y="9120"/>
                    <a:pt x="3405" y="9387"/>
                  </a:cubicBezTo>
                  <a:cubicBezTo>
                    <a:pt x="3405" y="9656"/>
                    <a:pt x="3622" y="9872"/>
                    <a:pt x="3890" y="9872"/>
                  </a:cubicBezTo>
                  <a:cubicBezTo>
                    <a:pt x="4157" y="9872"/>
                    <a:pt x="4375" y="9655"/>
                    <a:pt x="4375" y="9387"/>
                  </a:cubicBezTo>
                  <a:cubicBezTo>
                    <a:pt x="4376" y="9120"/>
                    <a:pt x="4159" y="8902"/>
                    <a:pt x="3890" y="8902"/>
                  </a:cubicBezTo>
                  <a:close/>
                  <a:moveTo>
                    <a:pt x="3413" y="5486"/>
                  </a:moveTo>
                  <a:lnTo>
                    <a:pt x="5026" y="3825"/>
                  </a:lnTo>
                  <a:cubicBezTo>
                    <a:pt x="5205" y="3641"/>
                    <a:pt x="5499" y="3636"/>
                    <a:pt x="5683" y="3815"/>
                  </a:cubicBezTo>
                  <a:lnTo>
                    <a:pt x="5688" y="3820"/>
                  </a:lnTo>
                  <a:cubicBezTo>
                    <a:pt x="5872" y="4005"/>
                    <a:pt x="5874" y="4303"/>
                    <a:pt x="5692" y="4491"/>
                  </a:cubicBezTo>
                  <a:lnTo>
                    <a:pt x="3769" y="6472"/>
                  </a:lnTo>
                  <a:cubicBezTo>
                    <a:pt x="3730" y="6511"/>
                    <a:pt x="3685" y="6543"/>
                    <a:pt x="3636" y="6567"/>
                  </a:cubicBezTo>
                  <a:cubicBezTo>
                    <a:pt x="3453" y="6665"/>
                    <a:pt x="3228" y="6631"/>
                    <a:pt x="3081" y="6485"/>
                  </a:cubicBezTo>
                  <a:lnTo>
                    <a:pt x="2081" y="5486"/>
                  </a:lnTo>
                  <a:cubicBezTo>
                    <a:pt x="1904" y="5296"/>
                    <a:pt x="1913" y="4997"/>
                    <a:pt x="2103" y="4820"/>
                  </a:cubicBezTo>
                  <a:cubicBezTo>
                    <a:pt x="2284" y="4650"/>
                    <a:pt x="2566" y="4650"/>
                    <a:pt x="2748" y="4820"/>
                  </a:cubicBezTo>
                  <a:lnTo>
                    <a:pt x="3413" y="548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60016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813529" y="6301982"/>
              <a:ext cx="165493" cy="165303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61650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215173" y="6316404"/>
              <a:ext cx="165493" cy="136459"/>
            </a:xfrm>
            <a:custGeom>
              <a:avLst/>
              <a:gdLst>
                <a:gd name="connsiteX0" fmla="*/ 435416 w 609586"/>
                <a:gd name="connsiteY0" fmla="*/ 80352 h 502648"/>
                <a:gd name="connsiteX1" fmla="*/ 551577 w 609586"/>
                <a:gd name="connsiteY1" fmla="*/ 190215 h 502648"/>
                <a:gd name="connsiteX2" fmla="*/ 551577 w 609586"/>
                <a:gd name="connsiteY2" fmla="*/ 217693 h 502648"/>
                <a:gd name="connsiteX3" fmla="*/ 496140 w 609586"/>
                <a:gd name="connsiteY3" fmla="*/ 310936 h 502648"/>
                <a:gd name="connsiteX4" fmla="*/ 609586 w 609586"/>
                <a:gd name="connsiteY4" fmla="*/ 437323 h 502648"/>
                <a:gd name="connsiteX5" fmla="*/ 580534 w 609586"/>
                <a:gd name="connsiteY5" fmla="*/ 464753 h 502648"/>
                <a:gd name="connsiteX6" fmla="*/ 504951 w 609586"/>
                <a:gd name="connsiteY6" fmla="*/ 464753 h 502648"/>
                <a:gd name="connsiteX7" fmla="*/ 373787 w 609586"/>
                <a:gd name="connsiteY7" fmla="*/ 301459 h 502648"/>
                <a:gd name="connsiteX8" fmla="*/ 426510 w 609586"/>
                <a:gd name="connsiteY8" fmla="*/ 179500 h 502648"/>
                <a:gd name="connsiteX9" fmla="*/ 426510 w 609586"/>
                <a:gd name="connsiteY9" fmla="*/ 143641 h 502648"/>
                <a:gd name="connsiteX10" fmla="*/ 412126 w 609586"/>
                <a:gd name="connsiteY10" fmla="*/ 82543 h 502648"/>
                <a:gd name="connsiteX11" fmla="*/ 435416 w 609586"/>
                <a:gd name="connsiteY11" fmla="*/ 80352 h 502648"/>
                <a:gd name="connsiteX12" fmla="*/ 227788 w 609586"/>
                <a:gd name="connsiteY12" fmla="*/ 0 h 502648"/>
                <a:gd name="connsiteX13" fmla="*/ 379662 w 609586"/>
                <a:gd name="connsiteY13" fmla="*/ 143662 h 502648"/>
                <a:gd name="connsiteX14" fmla="*/ 379662 w 609586"/>
                <a:gd name="connsiteY14" fmla="*/ 179565 h 502648"/>
                <a:gd name="connsiteX15" fmla="*/ 307225 w 609586"/>
                <a:gd name="connsiteY15" fmla="*/ 301465 h 502648"/>
                <a:gd name="connsiteX16" fmla="*/ 455528 w 609586"/>
                <a:gd name="connsiteY16" fmla="*/ 466745 h 502648"/>
                <a:gd name="connsiteX17" fmla="*/ 417524 w 609586"/>
                <a:gd name="connsiteY17" fmla="*/ 502648 h 502648"/>
                <a:gd name="connsiteX18" fmla="*/ 38004 w 609586"/>
                <a:gd name="connsiteY18" fmla="*/ 502648 h 502648"/>
                <a:gd name="connsiteX19" fmla="*/ 0 w 609586"/>
                <a:gd name="connsiteY19" fmla="*/ 466745 h 502648"/>
                <a:gd name="connsiteX20" fmla="*/ 148350 w 609586"/>
                <a:gd name="connsiteY20" fmla="*/ 301465 h 502648"/>
                <a:gd name="connsiteX21" fmla="*/ 75913 w 609586"/>
                <a:gd name="connsiteY21" fmla="*/ 179565 h 502648"/>
                <a:gd name="connsiteX22" fmla="*/ 75913 w 609586"/>
                <a:gd name="connsiteY22" fmla="*/ 143662 h 502648"/>
                <a:gd name="connsiteX23" fmla="*/ 227788 w 609586"/>
                <a:gd name="connsiteY23" fmla="*/ 0 h 50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586" h="502648">
                  <a:moveTo>
                    <a:pt x="435416" y="80352"/>
                  </a:moveTo>
                  <a:cubicBezTo>
                    <a:pt x="499521" y="80352"/>
                    <a:pt x="551577" y="129545"/>
                    <a:pt x="551577" y="190215"/>
                  </a:cubicBezTo>
                  <a:lnTo>
                    <a:pt x="551577" y="217693"/>
                  </a:lnTo>
                  <a:cubicBezTo>
                    <a:pt x="551577" y="257219"/>
                    <a:pt x="529288" y="291601"/>
                    <a:pt x="496140" y="310936"/>
                  </a:cubicBezTo>
                  <a:cubicBezTo>
                    <a:pt x="553434" y="331175"/>
                    <a:pt x="609586" y="382416"/>
                    <a:pt x="609586" y="437323"/>
                  </a:cubicBezTo>
                  <a:cubicBezTo>
                    <a:pt x="609586" y="452467"/>
                    <a:pt x="596584" y="464753"/>
                    <a:pt x="580534" y="464753"/>
                  </a:cubicBezTo>
                  <a:lnTo>
                    <a:pt x="504951" y="464753"/>
                  </a:lnTo>
                  <a:cubicBezTo>
                    <a:pt x="503855" y="393607"/>
                    <a:pt x="444465" y="318793"/>
                    <a:pt x="373787" y="301459"/>
                  </a:cubicBezTo>
                  <a:cubicBezTo>
                    <a:pt x="411936" y="270457"/>
                    <a:pt x="426510" y="231217"/>
                    <a:pt x="426510" y="179500"/>
                  </a:cubicBezTo>
                  <a:lnTo>
                    <a:pt x="426510" y="143641"/>
                  </a:lnTo>
                  <a:cubicBezTo>
                    <a:pt x="426510" y="121783"/>
                    <a:pt x="421318" y="101068"/>
                    <a:pt x="412126" y="82543"/>
                  </a:cubicBezTo>
                  <a:cubicBezTo>
                    <a:pt x="419651" y="81114"/>
                    <a:pt x="427415" y="80352"/>
                    <a:pt x="435416" y="80352"/>
                  </a:cubicBezTo>
                  <a:close/>
                  <a:moveTo>
                    <a:pt x="227788" y="0"/>
                  </a:moveTo>
                  <a:cubicBezTo>
                    <a:pt x="311607" y="0"/>
                    <a:pt x="379662" y="64378"/>
                    <a:pt x="379662" y="143662"/>
                  </a:cubicBezTo>
                  <a:lnTo>
                    <a:pt x="379662" y="179565"/>
                  </a:lnTo>
                  <a:cubicBezTo>
                    <a:pt x="379662" y="231230"/>
                    <a:pt x="350516" y="276180"/>
                    <a:pt x="307225" y="301465"/>
                  </a:cubicBezTo>
                  <a:cubicBezTo>
                    <a:pt x="382186" y="327940"/>
                    <a:pt x="455528" y="394986"/>
                    <a:pt x="455528" y="466745"/>
                  </a:cubicBezTo>
                  <a:cubicBezTo>
                    <a:pt x="455528" y="486554"/>
                    <a:pt x="438574" y="502648"/>
                    <a:pt x="417524" y="502648"/>
                  </a:cubicBezTo>
                  <a:lnTo>
                    <a:pt x="38004" y="502648"/>
                  </a:lnTo>
                  <a:cubicBezTo>
                    <a:pt x="16954" y="502648"/>
                    <a:pt x="0" y="486554"/>
                    <a:pt x="0" y="466745"/>
                  </a:cubicBezTo>
                  <a:cubicBezTo>
                    <a:pt x="0" y="394986"/>
                    <a:pt x="73389" y="327940"/>
                    <a:pt x="148350" y="301465"/>
                  </a:cubicBezTo>
                  <a:cubicBezTo>
                    <a:pt x="105012" y="276180"/>
                    <a:pt x="75913" y="231230"/>
                    <a:pt x="75913" y="179565"/>
                  </a:cubicBezTo>
                  <a:lnTo>
                    <a:pt x="75913" y="143662"/>
                  </a:lnTo>
                  <a:cubicBezTo>
                    <a:pt x="75913" y="64378"/>
                    <a:pt x="143969" y="0"/>
                    <a:pt x="22778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563283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634333" y="6301888"/>
              <a:ext cx="130437" cy="165492"/>
            </a:xfrm>
            <a:custGeom>
              <a:avLst/>
              <a:gdLst>
                <a:gd name="T0" fmla="*/ 3166 w 6332"/>
                <a:gd name="T1" fmla="*/ 0 h 8034"/>
                <a:gd name="T2" fmla="*/ 0 w 6332"/>
                <a:gd name="T3" fmla="*/ 3166 h 8034"/>
                <a:gd name="T4" fmla="*/ 2481 w 6332"/>
                <a:gd name="T5" fmla="*/ 7590 h 8034"/>
                <a:gd name="T6" fmla="*/ 3853 w 6332"/>
                <a:gd name="T7" fmla="*/ 7588 h 8034"/>
                <a:gd name="T8" fmla="*/ 6332 w 6332"/>
                <a:gd name="T9" fmla="*/ 3166 h 8034"/>
                <a:gd name="T10" fmla="*/ 3166 w 6332"/>
                <a:gd name="T11" fmla="*/ 0 h 8034"/>
                <a:gd name="T12" fmla="*/ 3166 w 6332"/>
                <a:gd name="T13" fmla="*/ 0 h 8034"/>
                <a:gd name="T14" fmla="*/ 3166 w 6332"/>
                <a:gd name="T15" fmla="*/ 0 h 8034"/>
                <a:gd name="T16" fmla="*/ 3166 w 6332"/>
                <a:gd name="T17" fmla="*/ 0 h 8034"/>
                <a:gd name="T18" fmla="*/ 3166 w 6332"/>
                <a:gd name="T19" fmla="*/ 4529 h 8034"/>
                <a:gd name="T20" fmla="*/ 1702 w 6332"/>
                <a:gd name="T21" fmla="*/ 3065 h 8034"/>
                <a:gd name="T22" fmla="*/ 3166 w 6332"/>
                <a:gd name="T23" fmla="*/ 1600 h 8034"/>
                <a:gd name="T24" fmla="*/ 4630 w 6332"/>
                <a:gd name="T25" fmla="*/ 3065 h 8034"/>
                <a:gd name="T26" fmla="*/ 3166 w 6332"/>
                <a:gd name="T27" fmla="*/ 4529 h 8034"/>
                <a:gd name="T28" fmla="*/ 3166 w 6332"/>
                <a:gd name="T29" fmla="*/ 4529 h 8034"/>
                <a:gd name="T30" fmla="*/ 3166 w 6332"/>
                <a:gd name="T31" fmla="*/ 4529 h 8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2" h="8034">
                  <a:moveTo>
                    <a:pt x="3166" y="0"/>
                  </a:moveTo>
                  <a:cubicBezTo>
                    <a:pt x="1418" y="0"/>
                    <a:pt x="0" y="1418"/>
                    <a:pt x="0" y="3166"/>
                  </a:cubicBezTo>
                  <a:cubicBezTo>
                    <a:pt x="0" y="4914"/>
                    <a:pt x="2481" y="7590"/>
                    <a:pt x="2481" y="7590"/>
                  </a:cubicBezTo>
                  <a:cubicBezTo>
                    <a:pt x="2859" y="8031"/>
                    <a:pt x="3478" y="8034"/>
                    <a:pt x="3853" y="7588"/>
                  </a:cubicBezTo>
                  <a:cubicBezTo>
                    <a:pt x="3853" y="7588"/>
                    <a:pt x="6332" y="4914"/>
                    <a:pt x="6332" y="3166"/>
                  </a:cubicBezTo>
                  <a:cubicBezTo>
                    <a:pt x="6332" y="1418"/>
                    <a:pt x="4914" y="0"/>
                    <a:pt x="3166" y="0"/>
                  </a:cubicBezTo>
                  <a:lnTo>
                    <a:pt x="3166" y="0"/>
                  </a:lnTo>
                  <a:lnTo>
                    <a:pt x="3166" y="0"/>
                  </a:lnTo>
                  <a:lnTo>
                    <a:pt x="3166" y="0"/>
                  </a:lnTo>
                  <a:close/>
                  <a:moveTo>
                    <a:pt x="3166" y="4529"/>
                  </a:moveTo>
                  <a:cubicBezTo>
                    <a:pt x="2357" y="4529"/>
                    <a:pt x="1702" y="3874"/>
                    <a:pt x="1702" y="3065"/>
                  </a:cubicBezTo>
                  <a:cubicBezTo>
                    <a:pt x="1702" y="2256"/>
                    <a:pt x="2357" y="1600"/>
                    <a:pt x="3166" y="1600"/>
                  </a:cubicBezTo>
                  <a:cubicBezTo>
                    <a:pt x="3975" y="1600"/>
                    <a:pt x="4630" y="2256"/>
                    <a:pt x="4630" y="3065"/>
                  </a:cubicBezTo>
                  <a:cubicBezTo>
                    <a:pt x="4630" y="3874"/>
                    <a:pt x="3975" y="4529"/>
                    <a:pt x="3166" y="4529"/>
                  </a:cubicBezTo>
                  <a:lnTo>
                    <a:pt x="3166" y="4529"/>
                  </a:lnTo>
                  <a:close/>
                  <a:moveTo>
                    <a:pt x="3166" y="4529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9" name="任意多边形: 形状 28"/>
          <p:cNvSpPr/>
          <p:nvPr/>
        </p:nvSpPr>
        <p:spPr>
          <a:xfrm>
            <a:off x="206915" y="5914097"/>
            <a:ext cx="6190255" cy="165449"/>
          </a:xfrm>
          <a:custGeom>
            <a:avLst/>
            <a:gdLst>
              <a:gd name="connsiteX0" fmla="*/ 8653366 w 12191779"/>
              <a:gd name="connsiteY0" fmla="*/ 4706 h 325854"/>
              <a:gd name="connsiteX1" fmla="*/ 10239238 w 12191779"/>
              <a:gd name="connsiteY1" fmla="*/ 19889 h 325854"/>
              <a:gd name="connsiteX2" fmla="*/ 11144148 w 12191779"/>
              <a:gd name="connsiteY2" fmla="*/ 28999 h 325854"/>
              <a:gd name="connsiteX3" fmla="*/ 11559405 w 12191779"/>
              <a:gd name="connsiteY3" fmla="*/ 44941 h 325854"/>
              <a:gd name="connsiteX4" fmla="*/ 12191779 w 12191779"/>
              <a:gd name="connsiteY4" fmla="*/ 135280 h 325854"/>
              <a:gd name="connsiteX5" fmla="*/ 12191020 w 12191779"/>
              <a:gd name="connsiteY5" fmla="*/ 148186 h 325854"/>
              <a:gd name="connsiteX6" fmla="*/ 11678592 w 12191779"/>
              <a:gd name="connsiteY6" fmla="*/ 255227 h 325854"/>
              <a:gd name="connsiteX7" fmla="*/ 11397705 w 12191779"/>
              <a:gd name="connsiteY7" fmla="*/ 270410 h 325854"/>
              <a:gd name="connsiteX8" fmla="*/ 11144908 w 12191779"/>
              <a:gd name="connsiteY8" fmla="*/ 285593 h 325854"/>
              <a:gd name="connsiteX9" fmla="*/ 10536825 w 12191779"/>
              <a:gd name="connsiteY9" fmla="*/ 296221 h 325854"/>
              <a:gd name="connsiteX10" fmla="*/ 10210389 w 12191779"/>
              <a:gd name="connsiteY10" fmla="*/ 307608 h 325854"/>
              <a:gd name="connsiteX11" fmla="*/ 8209262 w 12191779"/>
              <a:gd name="connsiteY11" fmla="*/ 311404 h 325854"/>
              <a:gd name="connsiteX12" fmla="*/ 7482753 w 12191779"/>
              <a:gd name="connsiteY12" fmla="*/ 324310 h 325854"/>
              <a:gd name="connsiteX13" fmla="*/ 7273986 w 12191779"/>
              <a:gd name="connsiteY13" fmla="*/ 321273 h 325854"/>
              <a:gd name="connsiteX14" fmla="*/ 7138856 w 12191779"/>
              <a:gd name="connsiteY14" fmla="*/ 313682 h 325854"/>
              <a:gd name="connsiteX15" fmla="*/ 6933126 w 12191779"/>
              <a:gd name="connsiteY15" fmla="*/ 325069 h 325854"/>
              <a:gd name="connsiteX16" fmla="*/ 5079274 w 12191779"/>
              <a:gd name="connsiteY16" fmla="*/ 323551 h 325854"/>
              <a:gd name="connsiteX17" fmla="*/ 4768021 w 12191779"/>
              <a:gd name="connsiteY17" fmla="*/ 310645 h 325854"/>
              <a:gd name="connsiteX18" fmla="*/ 4531165 w 12191779"/>
              <a:gd name="connsiteY18" fmla="*/ 322032 h 325854"/>
              <a:gd name="connsiteX19" fmla="*/ 4311770 w 12191779"/>
              <a:gd name="connsiteY19" fmla="*/ 311404 h 325854"/>
              <a:gd name="connsiteX20" fmla="*/ 3526046 w 12191779"/>
              <a:gd name="connsiteY20" fmla="*/ 315959 h 325854"/>
              <a:gd name="connsiteX21" fmla="*/ 2959718 w 12191779"/>
              <a:gd name="connsiteY21" fmla="*/ 321273 h 325854"/>
              <a:gd name="connsiteX22" fmla="*/ 2262815 w 12191779"/>
              <a:gd name="connsiteY22" fmla="*/ 306090 h 325854"/>
              <a:gd name="connsiteX23" fmla="*/ 1981928 w 12191779"/>
              <a:gd name="connsiteY23" fmla="*/ 306090 h 325854"/>
              <a:gd name="connsiteX24" fmla="*/ 1789104 w 12191779"/>
              <a:gd name="connsiteY24" fmla="*/ 307608 h 325854"/>
              <a:gd name="connsiteX25" fmla="*/ 1414841 w 12191779"/>
              <a:gd name="connsiteY25" fmla="*/ 297739 h 325854"/>
              <a:gd name="connsiteX26" fmla="*/ 1107384 w 12191779"/>
              <a:gd name="connsiteY26" fmla="*/ 287870 h 325854"/>
              <a:gd name="connsiteX27" fmla="*/ 840921 w 12191779"/>
              <a:gd name="connsiteY27" fmla="*/ 278001 h 325854"/>
              <a:gd name="connsiteX28" fmla="*/ 573699 w 12191779"/>
              <a:gd name="connsiteY28" fmla="*/ 262059 h 325854"/>
              <a:gd name="connsiteX29" fmla="*/ 10408 w 12191779"/>
              <a:gd name="connsiteY29" fmla="*/ 171720 h 325854"/>
              <a:gd name="connsiteX30" fmla="*/ 36219 w 12191779"/>
              <a:gd name="connsiteY30" fmla="*/ 126171 h 325854"/>
              <a:gd name="connsiteX31" fmla="*/ 500821 w 12191779"/>
              <a:gd name="connsiteY31" fmla="*/ 60883 h 325854"/>
              <a:gd name="connsiteX32" fmla="*/ 842440 w 12191779"/>
              <a:gd name="connsiteY32" fmla="*/ 43423 h 325854"/>
              <a:gd name="connsiteX33" fmla="*/ 1266806 w 12191779"/>
              <a:gd name="connsiteY33" fmla="*/ 19889 h 325854"/>
              <a:gd name="connsiteX34" fmla="*/ 1628163 w 12191779"/>
              <a:gd name="connsiteY34" fmla="*/ 3188 h 325854"/>
              <a:gd name="connsiteX35" fmla="*/ 2105671 w 12191779"/>
              <a:gd name="connsiteY35" fmla="*/ 3188 h 325854"/>
              <a:gd name="connsiteX36" fmla="*/ 8653366 w 12191779"/>
              <a:gd name="connsiteY36" fmla="*/ 4706 h 3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191779" h="325854">
                <a:moveTo>
                  <a:pt x="8653366" y="4706"/>
                </a:moveTo>
                <a:cubicBezTo>
                  <a:pt x="9181737" y="5465"/>
                  <a:pt x="9710867" y="-2126"/>
                  <a:pt x="10239238" y="19889"/>
                </a:cubicBezTo>
                <a:cubicBezTo>
                  <a:pt x="10540621" y="19130"/>
                  <a:pt x="10842005" y="29758"/>
                  <a:pt x="11144148" y="28999"/>
                </a:cubicBezTo>
                <a:cubicBezTo>
                  <a:pt x="11283073" y="25962"/>
                  <a:pt x="11420480" y="48737"/>
                  <a:pt x="11559405" y="44941"/>
                </a:cubicBezTo>
                <a:cubicBezTo>
                  <a:pt x="11771209" y="64679"/>
                  <a:pt x="11987568" y="69993"/>
                  <a:pt x="12191779" y="135280"/>
                </a:cubicBezTo>
                <a:cubicBezTo>
                  <a:pt x="12191779" y="138317"/>
                  <a:pt x="12191020" y="145149"/>
                  <a:pt x="12191020" y="148186"/>
                </a:cubicBezTo>
                <a:cubicBezTo>
                  <a:pt x="12031598" y="225620"/>
                  <a:pt x="11851679" y="238525"/>
                  <a:pt x="11678592" y="255227"/>
                </a:cubicBezTo>
                <a:cubicBezTo>
                  <a:pt x="11584457" y="249153"/>
                  <a:pt x="11491840" y="277242"/>
                  <a:pt x="11397705" y="270410"/>
                </a:cubicBezTo>
                <a:cubicBezTo>
                  <a:pt x="11312680" y="265096"/>
                  <a:pt x="11229932" y="288629"/>
                  <a:pt x="11144908" y="285593"/>
                </a:cubicBezTo>
                <a:cubicBezTo>
                  <a:pt x="10942213" y="283315"/>
                  <a:pt x="10739520" y="298498"/>
                  <a:pt x="10536825" y="296221"/>
                </a:cubicBezTo>
                <a:cubicBezTo>
                  <a:pt x="10428267" y="295462"/>
                  <a:pt x="10318949" y="296221"/>
                  <a:pt x="10210389" y="307608"/>
                </a:cubicBezTo>
                <a:cubicBezTo>
                  <a:pt x="9543853" y="309886"/>
                  <a:pt x="8876558" y="310645"/>
                  <a:pt x="8209262" y="311404"/>
                </a:cubicBezTo>
                <a:cubicBezTo>
                  <a:pt x="7967092" y="315959"/>
                  <a:pt x="7724163" y="299258"/>
                  <a:pt x="7482753" y="324310"/>
                </a:cubicBezTo>
                <a:cubicBezTo>
                  <a:pt x="7412911" y="331901"/>
                  <a:pt x="7343827" y="308367"/>
                  <a:pt x="7273986" y="321273"/>
                </a:cubicBezTo>
                <a:cubicBezTo>
                  <a:pt x="7228436" y="328865"/>
                  <a:pt x="7184405" y="311404"/>
                  <a:pt x="7138856" y="313682"/>
                </a:cubicBezTo>
                <a:cubicBezTo>
                  <a:pt x="7069773" y="309127"/>
                  <a:pt x="7001449" y="326587"/>
                  <a:pt x="6933126" y="325069"/>
                </a:cubicBezTo>
                <a:cubicBezTo>
                  <a:pt x="6315175" y="323551"/>
                  <a:pt x="5697224" y="325069"/>
                  <a:pt x="5079274" y="323551"/>
                </a:cubicBezTo>
                <a:cubicBezTo>
                  <a:pt x="4976788" y="303053"/>
                  <a:pt x="4872025" y="312922"/>
                  <a:pt x="4768021" y="310645"/>
                </a:cubicBezTo>
                <a:cubicBezTo>
                  <a:pt x="4689069" y="309886"/>
                  <a:pt x="4609358" y="308367"/>
                  <a:pt x="4531165" y="322032"/>
                </a:cubicBezTo>
                <a:cubicBezTo>
                  <a:pt x="4457527" y="334179"/>
                  <a:pt x="4385408" y="309127"/>
                  <a:pt x="4311770" y="311404"/>
                </a:cubicBezTo>
                <a:cubicBezTo>
                  <a:pt x="4049862" y="311404"/>
                  <a:pt x="3787954" y="314441"/>
                  <a:pt x="3526046" y="315959"/>
                </a:cubicBezTo>
                <a:cubicBezTo>
                  <a:pt x="3337017" y="308367"/>
                  <a:pt x="3147988" y="309886"/>
                  <a:pt x="2959718" y="321273"/>
                </a:cubicBezTo>
                <a:cubicBezTo>
                  <a:pt x="2728176" y="298498"/>
                  <a:pt x="2495116" y="318236"/>
                  <a:pt x="2262815" y="306090"/>
                </a:cubicBezTo>
                <a:cubicBezTo>
                  <a:pt x="2169439" y="288629"/>
                  <a:pt x="2075304" y="317477"/>
                  <a:pt x="1981928" y="306090"/>
                </a:cubicBezTo>
                <a:cubicBezTo>
                  <a:pt x="1917400" y="298498"/>
                  <a:pt x="1852872" y="313682"/>
                  <a:pt x="1789104" y="307608"/>
                </a:cubicBezTo>
                <a:cubicBezTo>
                  <a:pt x="1664602" y="297739"/>
                  <a:pt x="1539342" y="306849"/>
                  <a:pt x="1414841" y="297739"/>
                </a:cubicBezTo>
                <a:cubicBezTo>
                  <a:pt x="1312355" y="294703"/>
                  <a:pt x="1209870" y="285593"/>
                  <a:pt x="1107384" y="287870"/>
                </a:cubicBezTo>
                <a:cubicBezTo>
                  <a:pt x="1018563" y="284834"/>
                  <a:pt x="928983" y="290907"/>
                  <a:pt x="840921" y="278001"/>
                </a:cubicBezTo>
                <a:cubicBezTo>
                  <a:pt x="752100" y="266614"/>
                  <a:pt x="661761" y="280279"/>
                  <a:pt x="573699" y="262059"/>
                </a:cubicBezTo>
                <a:cubicBezTo>
                  <a:pt x="384670" y="247635"/>
                  <a:pt x="187290" y="249153"/>
                  <a:pt x="10408" y="171720"/>
                </a:cubicBezTo>
                <a:cubicBezTo>
                  <a:pt x="-17681" y="156537"/>
                  <a:pt x="17999" y="130726"/>
                  <a:pt x="36219" y="126171"/>
                </a:cubicBezTo>
                <a:cubicBezTo>
                  <a:pt x="187290" y="82899"/>
                  <a:pt x="345194" y="77585"/>
                  <a:pt x="500821" y="60883"/>
                </a:cubicBezTo>
                <a:cubicBezTo>
                  <a:pt x="615453" y="61643"/>
                  <a:pt x="728567" y="41905"/>
                  <a:pt x="842440" y="43423"/>
                </a:cubicBezTo>
                <a:cubicBezTo>
                  <a:pt x="982883" y="20648"/>
                  <a:pt x="1126363" y="38109"/>
                  <a:pt x="1266806" y="19889"/>
                </a:cubicBezTo>
                <a:cubicBezTo>
                  <a:pt x="1386752" y="9261"/>
                  <a:pt x="1508217" y="22926"/>
                  <a:pt x="1628163" y="3188"/>
                </a:cubicBezTo>
                <a:cubicBezTo>
                  <a:pt x="1786826" y="151"/>
                  <a:pt x="1947008" y="-2126"/>
                  <a:pt x="2105671" y="3188"/>
                </a:cubicBezTo>
                <a:lnTo>
                  <a:pt x="8653366" y="4706"/>
                </a:lnTo>
                <a:close/>
              </a:path>
            </a:pathLst>
          </a:custGeom>
          <a:solidFill>
            <a:schemeClr val="accent3"/>
          </a:solidFill>
          <a:ln w="759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81" y="992773"/>
            <a:ext cx="5091312" cy="5006754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7264400" y="350030"/>
            <a:ext cx="4446078" cy="26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作者介绍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故事剧情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作品主题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阅读感悟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5747887" y="1877791"/>
            <a:ext cx="6277928" cy="2188007"/>
            <a:chOff x="5349350" y="464447"/>
            <a:chExt cx="6277928" cy="2188007"/>
          </a:xfrm>
        </p:grpSpPr>
        <p:sp>
          <p:nvSpPr>
            <p:cNvPr id="36" name="矩形 35"/>
            <p:cNvSpPr/>
            <p:nvPr/>
          </p:nvSpPr>
          <p:spPr>
            <a:xfrm>
              <a:off x="7296061" y="464447"/>
              <a:ext cx="433121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cs typeface="+mn-ea"/>
                  <a:sym typeface="+mn-lt"/>
                </a:rPr>
                <a:t> Part 2 Case &amp; Language</a:t>
              </a:r>
              <a:endPara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7511164" y="2375455"/>
              <a:ext cx="31856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30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THEME OF THE WORK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3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7585933" y="2311637"/>
              <a:ext cx="329774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7129875" y="1579897"/>
              <a:ext cx="0" cy="98792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/>
            <p:cNvSpPr/>
            <p:nvPr/>
          </p:nvSpPr>
          <p:spPr>
            <a:xfrm>
              <a:off x="5430958" y="1383428"/>
              <a:ext cx="1263836" cy="126383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349350" y="1553680"/>
              <a:ext cx="142705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8420" y="181841"/>
            <a:ext cx="7849260" cy="722524"/>
            <a:chOff x="4248497" y="3121810"/>
            <a:chExt cx="7849260" cy="722524"/>
          </a:xfrm>
        </p:grpSpPr>
        <p:sp>
          <p:nvSpPr>
            <p:cNvPr id="3" name="椭圆 2"/>
            <p:cNvSpPr/>
            <p:nvPr/>
          </p:nvSpPr>
          <p:spPr>
            <a:xfrm>
              <a:off x="4248497" y="3121810"/>
              <a:ext cx="713144" cy="713143"/>
            </a:xfrm>
            <a:prstGeom prst="ellipse">
              <a:avLst/>
            </a:prstGeom>
            <a:solidFill>
              <a:schemeClr val="accent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5156643" y="3155390"/>
              <a:ext cx="69411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cs typeface="+mn-ea"/>
                  <a:sym typeface="+mn-lt"/>
                </a:rPr>
                <a:t>Part 2 Case &amp; Language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4248497" y="3235107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5184441" y="3615370"/>
              <a:ext cx="2137834" cy="228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kern="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</a:rPr>
                <a:t>案例与语言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0" name="直接连接符 9"/>
          <p:cNvCxnSpPr>
            <a:cxnSpLocks/>
          </p:cNvCxnSpPr>
          <p:nvPr/>
        </p:nvCxnSpPr>
        <p:spPr>
          <a:xfrm>
            <a:off x="6716845" y="1103464"/>
            <a:ext cx="0" cy="4293461"/>
          </a:xfrm>
          <a:prstGeom prst="line">
            <a:avLst/>
          </a:prstGeom>
          <a:noFill/>
          <a:ln w="57150" cap="flat" cmpd="sng" algn="ctr">
            <a:solidFill>
              <a:srgbClr val="575757"/>
            </a:solidFill>
            <a:prstDash val="solid"/>
            <a:miter lim="800000"/>
          </a:ln>
          <a:effectLst/>
        </p:spPr>
      </p:cxnSp>
      <p:grpSp>
        <p:nvGrpSpPr>
          <p:cNvPr id="11" name="组合 10"/>
          <p:cNvGrpSpPr/>
          <p:nvPr/>
        </p:nvGrpSpPr>
        <p:grpSpPr>
          <a:xfrm>
            <a:off x="6586670" y="841854"/>
            <a:ext cx="5197222" cy="1934232"/>
            <a:chOff x="6088142" y="1688542"/>
            <a:chExt cx="5197222" cy="1934232"/>
          </a:xfrm>
        </p:grpSpPr>
        <p:sp>
          <p:nvSpPr>
            <p:cNvPr id="12" name="椭圆 11"/>
            <p:cNvSpPr/>
            <p:nvPr/>
          </p:nvSpPr>
          <p:spPr>
            <a:xfrm>
              <a:off x="6088142" y="1887629"/>
              <a:ext cx="260350" cy="26035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75210" y="2098767"/>
              <a:ext cx="4610154" cy="1524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Language is the infrastructure of economic trust.</a:t>
              </a: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Whoever controls the contract language controls the definition of "debt," "interest," and "ownership."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675210" y="1688542"/>
              <a:ext cx="330656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cs typeface="+mn-ea"/>
                  <a:sym typeface="+mn-lt"/>
                </a:rPr>
                <a:t>Economic Insight: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586670" y="2881145"/>
            <a:ext cx="5261870" cy="3842928"/>
            <a:chOff x="995319" y="3359595"/>
            <a:chExt cx="5261870" cy="3842928"/>
          </a:xfrm>
        </p:grpSpPr>
        <p:sp>
          <p:nvSpPr>
            <p:cNvPr id="21" name="椭圆 20"/>
            <p:cNvSpPr/>
            <p:nvPr/>
          </p:nvSpPr>
          <p:spPr>
            <a:xfrm>
              <a:off x="995319" y="3993487"/>
              <a:ext cx="260350" cy="260350"/>
            </a:xfrm>
            <a:prstGeom prst="ellipse">
              <a:avLst/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1511372" y="3359595"/>
              <a:ext cx="4745817" cy="3842928"/>
              <a:chOff x="1538042" y="3359595"/>
              <a:chExt cx="4745817" cy="3842928"/>
            </a:xfrm>
          </p:grpSpPr>
          <p:sp>
            <p:nvSpPr>
              <p:cNvPr id="20" name="矩形: 圆角 19"/>
              <p:cNvSpPr/>
              <p:nvPr/>
            </p:nvSpPr>
            <p:spPr>
              <a:xfrm>
                <a:off x="1538042" y="3359595"/>
                <a:ext cx="4745817" cy="3842928"/>
              </a:xfrm>
              <a:prstGeom prst="roundRect">
                <a:avLst>
                  <a:gd name="adj" fmla="val 8515"/>
                </a:avLst>
              </a:pr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1609057" y="3435212"/>
                <a:ext cx="4674802" cy="3767311"/>
                <a:chOff x="1583998" y="3433997"/>
                <a:chExt cx="4674802" cy="3767311"/>
              </a:xfrm>
            </p:grpSpPr>
            <p:sp>
              <p:nvSpPr>
                <p:cNvPr id="22" name="文本框 21"/>
                <p:cNvSpPr txBox="1"/>
                <p:nvPr/>
              </p:nvSpPr>
              <p:spPr>
                <a:xfrm>
                  <a:off x="1643157" y="4128456"/>
                  <a:ext cx="4615643" cy="30728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The dilemma of the Sogdian merchant in 313 CE and the dilemma of migrant workers today are the same problem: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Whoever controls the contract language controls economic power.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→ Multilingual legal documents are not a luxury — they are infrastructure for economic justice.</a:t>
                  </a:r>
                  <a:r>
                    <a: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；</a:t>
                  </a:r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1583998" y="3433997"/>
                  <a:ext cx="3880835" cy="260350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cs typeface="+mn-ea"/>
                      <a:sym typeface="+mn-lt"/>
                    </a:rPr>
                    <a:t>Contemporary Connection (SDG 10: Reducing Inequalities)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</p:grp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357" y="1894106"/>
            <a:ext cx="4387514" cy="39737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8420" y="181841"/>
            <a:ext cx="7461332" cy="722524"/>
            <a:chOff x="4248497" y="3121810"/>
            <a:chExt cx="7461332" cy="722524"/>
          </a:xfrm>
        </p:grpSpPr>
        <p:sp>
          <p:nvSpPr>
            <p:cNvPr id="3" name="椭圆 2"/>
            <p:cNvSpPr/>
            <p:nvPr/>
          </p:nvSpPr>
          <p:spPr>
            <a:xfrm>
              <a:off x="4248497" y="3121810"/>
              <a:ext cx="713144" cy="713143"/>
            </a:xfrm>
            <a:prstGeom prst="ellipse">
              <a:avLst/>
            </a:prstGeom>
            <a:solidFill>
              <a:schemeClr val="accent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5156642" y="3155390"/>
              <a:ext cx="6553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cs typeface="+mn-ea"/>
                  <a:sym typeface="+mn-lt"/>
                </a:rPr>
                <a:t>Part 2 Case &amp; Language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4248497" y="3235107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5184441" y="3615370"/>
              <a:ext cx="2137834" cy="228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kern="0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</a:rPr>
                <a:t>案例与语言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5FA9D81-8B4E-5104-C606-5EE2E879BF10}"/>
              </a:ext>
            </a:extLst>
          </p:cNvPr>
          <p:cNvGrpSpPr/>
          <p:nvPr/>
        </p:nvGrpSpPr>
        <p:grpSpPr>
          <a:xfrm>
            <a:off x="878141" y="1137066"/>
            <a:ext cx="10990585" cy="5356098"/>
            <a:chOff x="878142" y="2158232"/>
            <a:chExt cx="5410440" cy="3443621"/>
          </a:xfrm>
        </p:grpSpPr>
        <p:sp>
          <p:nvSpPr>
            <p:cNvPr id="10" name="矩形: 圆角 9"/>
            <p:cNvSpPr/>
            <p:nvPr/>
          </p:nvSpPr>
          <p:spPr>
            <a:xfrm>
              <a:off x="878142" y="2158232"/>
              <a:ext cx="5410440" cy="3443621"/>
            </a:xfrm>
            <a:prstGeom prst="roundRect">
              <a:avLst>
                <a:gd name="adj" fmla="val 3980"/>
              </a:avLst>
            </a:prstGeom>
            <a:gradFill flip="none"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84429" y="2371575"/>
              <a:ext cx="450231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+mj-ea"/>
                  <a:ea typeface="+mj-ea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n-lt"/>
                  <a:ea typeface="+mn-ea"/>
                  <a:sym typeface="+mn-lt"/>
                </a:rPr>
                <a:t>Linguistic Analysis: How did language enable trade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sym typeface="+mn-lt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1355278" y="3116787"/>
              <a:ext cx="4431462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10290171-D903-D10E-5F06-3652968C3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240" y="2150422"/>
            <a:ext cx="8309301" cy="41592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4769CBC9-5C42-5481-DF53-F708FDD5E188}"/>
              </a:ext>
            </a:extLst>
          </p:cNvPr>
          <p:cNvSpPr/>
          <p:nvPr/>
        </p:nvSpPr>
        <p:spPr>
          <a:xfrm flipH="1">
            <a:off x="4" y="581480"/>
            <a:ext cx="12191996" cy="6276521"/>
          </a:xfrm>
          <a:custGeom>
            <a:avLst/>
            <a:gdLst>
              <a:gd name="connsiteX0" fmla="*/ 12191996 w 12191996"/>
              <a:gd name="connsiteY0" fmla="*/ 0 h 6276521"/>
              <a:gd name="connsiteX1" fmla="*/ 12140510 w 12191996"/>
              <a:gd name="connsiteY1" fmla="*/ 0 h 6276521"/>
              <a:gd name="connsiteX2" fmla="*/ 12110777 w 12191996"/>
              <a:gd name="connsiteY2" fmla="*/ 49637 h 6276521"/>
              <a:gd name="connsiteX3" fmla="*/ 4805856 w 12191996"/>
              <a:gd name="connsiteY3" fmla="*/ 5894967 h 6276521"/>
              <a:gd name="connsiteX4" fmla="*/ 170475 w 12191996"/>
              <a:gd name="connsiteY4" fmla="*/ 5648914 h 6276521"/>
              <a:gd name="connsiteX5" fmla="*/ 0 w 12191996"/>
              <a:gd name="connsiteY5" fmla="*/ 5587978 h 6276521"/>
              <a:gd name="connsiteX6" fmla="*/ 0 w 12191996"/>
              <a:gd name="connsiteY6" fmla="*/ 6276521 h 6276521"/>
              <a:gd name="connsiteX7" fmla="*/ 12191996 w 12191996"/>
              <a:gd name="connsiteY7" fmla="*/ 6276521 h 627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276521">
                <a:moveTo>
                  <a:pt x="12191996" y="0"/>
                </a:moveTo>
                <a:lnTo>
                  <a:pt x="12140510" y="0"/>
                </a:lnTo>
                <a:lnTo>
                  <a:pt x="12110777" y="49637"/>
                </a:lnTo>
                <a:cubicBezTo>
                  <a:pt x="11080602" y="1676396"/>
                  <a:pt x="7181983" y="5234627"/>
                  <a:pt x="4805856" y="5894967"/>
                </a:cubicBezTo>
                <a:cubicBezTo>
                  <a:pt x="3426169" y="6278391"/>
                  <a:pt x="1663291" y="6133802"/>
                  <a:pt x="170475" y="5648914"/>
                </a:cubicBezTo>
                <a:lnTo>
                  <a:pt x="0" y="5587978"/>
                </a:lnTo>
                <a:lnTo>
                  <a:pt x="0" y="6276521"/>
                </a:lnTo>
                <a:lnTo>
                  <a:pt x="12191996" y="6276521"/>
                </a:lnTo>
                <a:close/>
              </a:path>
            </a:pathLst>
          </a:custGeom>
          <a:gradFill flip="none" rotWithShape="0">
            <a:gsLst>
              <a:gs pos="0">
                <a:schemeClr val="accent3"/>
              </a:gs>
              <a:gs pos="98000">
                <a:schemeClr val="accent4"/>
              </a:gs>
            </a:gsLst>
            <a:lin ang="2700000" scaled="0"/>
            <a:tileRect/>
          </a:gradFill>
          <a:ln w="350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877B68A5-D02D-92A3-30AF-1FC03CB459B2}"/>
              </a:ext>
            </a:extLst>
          </p:cNvPr>
          <p:cNvSpPr/>
          <p:nvPr/>
        </p:nvSpPr>
        <p:spPr>
          <a:xfrm flipH="1">
            <a:off x="0" y="1721108"/>
            <a:ext cx="12192000" cy="5136893"/>
          </a:xfrm>
          <a:custGeom>
            <a:avLst/>
            <a:gdLst>
              <a:gd name="connsiteX0" fmla="*/ 12192000 w 12192000"/>
              <a:gd name="connsiteY0" fmla="*/ 0 h 5136893"/>
              <a:gd name="connsiteX1" fmla="*/ 12121700 w 12192000"/>
              <a:gd name="connsiteY1" fmla="*/ 81868 h 5136893"/>
              <a:gd name="connsiteX2" fmla="*/ 4836239 w 12192000"/>
              <a:gd name="connsiteY2" fmla="*/ 4761337 h 5136893"/>
              <a:gd name="connsiteX3" fmla="*/ 18861 w 12192000"/>
              <a:gd name="connsiteY3" fmla="*/ 4817406 h 5136893"/>
              <a:gd name="connsiteX4" fmla="*/ 0 w 12192000"/>
              <a:gd name="connsiteY4" fmla="*/ 4813085 h 5136893"/>
              <a:gd name="connsiteX5" fmla="*/ 0 w 12192000"/>
              <a:gd name="connsiteY5" fmla="*/ 5136893 h 5136893"/>
              <a:gd name="connsiteX6" fmla="*/ 12192000 w 12192000"/>
              <a:gd name="connsiteY6" fmla="*/ 5136893 h 513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6893">
                <a:moveTo>
                  <a:pt x="12192000" y="0"/>
                </a:moveTo>
                <a:lnTo>
                  <a:pt x="12121700" y="81868"/>
                </a:lnTo>
                <a:cubicBezTo>
                  <a:pt x="10796706" y="1572876"/>
                  <a:pt x="7140649" y="4178004"/>
                  <a:pt x="4836239" y="4761337"/>
                </a:cubicBezTo>
                <a:cubicBezTo>
                  <a:pt x="3408991" y="5122627"/>
                  <a:pt x="1573640" y="5130328"/>
                  <a:pt x="18861" y="4817406"/>
                </a:cubicBezTo>
                <a:lnTo>
                  <a:pt x="0" y="4813085"/>
                </a:lnTo>
                <a:lnTo>
                  <a:pt x="0" y="5136893"/>
                </a:lnTo>
                <a:lnTo>
                  <a:pt x="12192000" y="5136893"/>
                </a:lnTo>
                <a:close/>
              </a:path>
            </a:pathLst>
          </a:custGeom>
          <a:gradFill flip="none" rotWithShape="0"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76200" dir="18900000" algn="bl" rotWithShape="0">
              <a:sysClr val="windowText" lastClr="000000">
                <a:lumMod val="75000"/>
                <a:lumOff val="25000"/>
                <a:alpha val="30000"/>
              </a:sys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3591" y="239847"/>
            <a:ext cx="1582484" cy="3416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8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YOUR LOGO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9090" y="528645"/>
            <a:ext cx="141731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0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UNIVERSITY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58382" y="6248365"/>
            <a:ext cx="1477440" cy="272538"/>
            <a:chOff x="358382" y="6248365"/>
            <a:chExt cx="1477440" cy="272538"/>
          </a:xfrm>
        </p:grpSpPr>
        <p:sp>
          <p:nvSpPr>
            <p:cNvPr id="18" name="椭圆 17"/>
            <p:cNvSpPr/>
            <p:nvPr/>
          </p:nvSpPr>
          <p:spPr>
            <a:xfrm>
              <a:off x="358382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32587" y="6301888"/>
              <a:ext cx="124128" cy="165492"/>
            </a:xfrm>
            <a:custGeom>
              <a:avLst/>
              <a:gdLst>
                <a:gd name="T0" fmla="*/ 648 w 7770"/>
                <a:gd name="T1" fmla="*/ 0 h 10360"/>
                <a:gd name="T2" fmla="*/ 7123 w 7770"/>
                <a:gd name="T3" fmla="*/ 0 h 10360"/>
                <a:gd name="T4" fmla="*/ 7770 w 7770"/>
                <a:gd name="T5" fmla="*/ 647 h 10360"/>
                <a:gd name="T6" fmla="*/ 7770 w 7770"/>
                <a:gd name="T7" fmla="*/ 9712 h 10360"/>
                <a:gd name="T8" fmla="*/ 7123 w 7770"/>
                <a:gd name="T9" fmla="*/ 10360 h 10360"/>
                <a:gd name="T10" fmla="*/ 648 w 7770"/>
                <a:gd name="T11" fmla="*/ 10360 h 10360"/>
                <a:gd name="T12" fmla="*/ 0 w 7770"/>
                <a:gd name="T13" fmla="*/ 9712 h 10360"/>
                <a:gd name="T14" fmla="*/ 0 w 7770"/>
                <a:gd name="T15" fmla="*/ 647 h 10360"/>
                <a:gd name="T16" fmla="*/ 648 w 7770"/>
                <a:gd name="T17" fmla="*/ 0 h 10360"/>
                <a:gd name="T18" fmla="*/ 1295 w 7770"/>
                <a:gd name="T19" fmla="*/ 1293 h 10360"/>
                <a:gd name="T20" fmla="*/ 1295 w 7770"/>
                <a:gd name="T21" fmla="*/ 8416 h 10360"/>
                <a:gd name="T22" fmla="*/ 6475 w 7770"/>
                <a:gd name="T23" fmla="*/ 8416 h 10360"/>
                <a:gd name="T24" fmla="*/ 6475 w 7770"/>
                <a:gd name="T25" fmla="*/ 1293 h 10360"/>
                <a:gd name="T26" fmla="*/ 1295 w 7770"/>
                <a:gd name="T27" fmla="*/ 1293 h 10360"/>
                <a:gd name="T28" fmla="*/ 3890 w 7770"/>
                <a:gd name="T29" fmla="*/ 8902 h 10360"/>
                <a:gd name="T30" fmla="*/ 3405 w 7770"/>
                <a:gd name="T31" fmla="*/ 9387 h 10360"/>
                <a:gd name="T32" fmla="*/ 3890 w 7770"/>
                <a:gd name="T33" fmla="*/ 9872 h 10360"/>
                <a:gd name="T34" fmla="*/ 4375 w 7770"/>
                <a:gd name="T35" fmla="*/ 9387 h 10360"/>
                <a:gd name="T36" fmla="*/ 3890 w 7770"/>
                <a:gd name="T37" fmla="*/ 8902 h 10360"/>
                <a:gd name="T38" fmla="*/ 3413 w 7770"/>
                <a:gd name="T39" fmla="*/ 5486 h 10360"/>
                <a:gd name="T40" fmla="*/ 5026 w 7770"/>
                <a:gd name="T41" fmla="*/ 3825 h 10360"/>
                <a:gd name="T42" fmla="*/ 5683 w 7770"/>
                <a:gd name="T43" fmla="*/ 3815 h 10360"/>
                <a:gd name="T44" fmla="*/ 5688 w 7770"/>
                <a:gd name="T45" fmla="*/ 3820 h 10360"/>
                <a:gd name="T46" fmla="*/ 5692 w 7770"/>
                <a:gd name="T47" fmla="*/ 4491 h 10360"/>
                <a:gd name="T48" fmla="*/ 3769 w 7770"/>
                <a:gd name="T49" fmla="*/ 6472 h 10360"/>
                <a:gd name="T50" fmla="*/ 3636 w 7770"/>
                <a:gd name="T51" fmla="*/ 6567 h 10360"/>
                <a:gd name="T52" fmla="*/ 3081 w 7770"/>
                <a:gd name="T53" fmla="*/ 6485 h 10360"/>
                <a:gd name="T54" fmla="*/ 2081 w 7770"/>
                <a:gd name="T55" fmla="*/ 5486 h 10360"/>
                <a:gd name="T56" fmla="*/ 2103 w 7770"/>
                <a:gd name="T57" fmla="*/ 4820 h 10360"/>
                <a:gd name="T58" fmla="*/ 2748 w 7770"/>
                <a:gd name="T59" fmla="*/ 4820 h 10360"/>
                <a:gd name="T60" fmla="*/ 3413 w 7770"/>
                <a:gd name="T61" fmla="*/ 5486 h 10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70" h="10360">
                  <a:moveTo>
                    <a:pt x="648" y="0"/>
                  </a:moveTo>
                  <a:lnTo>
                    <a:pt x="7123" y="0"/>
                  </a:lnTo>
                  <a:cubicBezTo>
                    <a:pt x="7480" y="0"/>
                    <a:pt x="7770" y="290"/>
                    <a:pt x="7770" y="647"/>
                  </a:cubicBezTo>
                  <a:lnTo>
                    <a:pt x="7770" y="9712"/>
                  </a:lnTo>
                  <a:cubicBezTo>
                    <a:pt x="7770" y="10070"/>
                    <a:pt x="7480" y="10360"/>
                    <a:pt x="7123" y="10360"/>
                  </a:cubicBezTo>
                  <a:lnTo>
                    <a:pt x="648" y="10360"/>
                  </a:lnTo>
                  <a:cubicBezTo>
                    <a:pt x="290" y="10360"/>
                    <a:pt x="0" y="10070"/>
                    <a:pt x="0" y="9712"/>
                  </a:cubicBezTo>
                  <a:lnTo>
                    <a:pt x="0" y="647"/>
                  </a:lnTo>
                  <a:cubicBezTo>
                    <a:pt x="0" y="288"/>
                    <a:pt x="290" y="0"/>
                    <a:pt x="648" y="0"/>
                  </a:cubicBezTo>
                  <a:close/>
                  <a:moveTo>
                    <a:pt x="1295" y="1293"/>
                  </a:moveTo>
                  <a:lnTo>
                    <a:pt x="1295" y="8416"/>
                  </a:lnTo>
                  <a:lnTo>
                    <a:pt x="6475" y="8416"/>
                  </a:lnTo>
                  <a:lnTo>
                    <a:pt x="6475" y="1293"/>
                  </a:lnTo>
                  <a:lnTo>
                    <a:pt x="1295" y="1293"/>
                  </a:lnTo>
                  <a:close/>
                  <a:moveTo>
                    <a:pt x="3890" y="8902"/>
                  </a:moveTo>
                  <a:cubicBezTo>
                    <a:pt x="3621" y="8902"/>
                    <a:pt x="3405" y="9120"/>
                    <a:pt x="3405" y="9387"/>
                  </a:cubicBezTo>
                  <a:cubicBezTo>
                    <a:pt x="3405" y="9656"/>
                    <a:pt x="3622" y="9872"/>
                    <a:pt x="3890" y="9872"/>
                  </a:cubicBezTo>
                  <a:cubicBezTo>
                    <a:pt x="4157" y="9872"/>
                    <a:pt x="4375" y="9655"/>
                    <a:pt x="4375" y="9387"/>
                  </a:cubicBezTo>
                  <a:cubicBezTo>
                    <a:pt x="4376" y="9120"/>
                    <a:pt x="4159" y="8902"/>
                    <a:pt x="3890" y="8902"/>
                  </a:cubicBezTo>
                  <a:close/>
                  <a:moveTo>
                    <a:pt x="3413" y="5486"/>
                  </a:moveTo>
                  <a:lnTo>
                    <a:pt x="5026" y="3825"/>
                  </a:lnTo>
                  <a:cubicBezTo>
                    <a:pt x="5205" y="3641"/>
                    <a:pt x="5499" y="3636"/>
                    <a:pt x="5683" y="3815"/>
                  </a:cubicBezTo>
                  <a:lnTo>
                    <a:pt x="5688" y="3820"/>
                  </a:lnTo>
                  <a:cubicBezTo>
                    <a:pt x="5872" y="4005"/>
                    <a:pt x="5874" y="4303"/>
                    <a:pt x="5692" y="4491"/>
                  </a:cubicBezTo>
                  <a:lnTo>
                    <a:pt x="3769" y="6472"/>
                  </a:lnTo>
                  <a:cubicBezTo>
                    <a:pt x="3730" y="6511"/>
                    <a:pt x="3685" y="6543"/>
                    <a:pt x="3636" y="6567"/>
                  </a:cubicBezTo>
                  <a:cubicBezTo>
                    <a:pt x="3453" y="6665"/>
                    <a:pt x="3228" y="6631"/>
                    <a:pt x="3081" y="6485"/>
                  </a:cubicBezTo>
                  <a:lnTo>
                    <a:pt x="2081" y="5486"/>
                  </a:lnTo>
                  <a:cubicBezTo>
                    <a:pt x="1904" y="5296"/>
                    <a:pt x="1913" y="4997"/>
                    <a:pt x="2103" y="4820"/>
                  </a:cubicBezTo>
                  <a:cubicBezTo>
                    <a:pt x="2284" y="4650"/>
                    <a:pt x="2566" y="4650"/>
                    <a:pt x="2748" y="4820"/>
                  </a:cubicBezTo>
                  <a:lnTo>
                    <a:pt x="3413" y="548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60016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813529" y="6301982"/>
              <a:ext cx="165493" cy="165303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61650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215173" y="6316404"/>
              <a:ext cx="165493" cy="136459"/>
            </a:xfrm>
            <a:custGeom>
              <a:avLst/>
              <a:gdLst>
                <a:gd name="connsiteX0" fmla="*/ 435416 w 609586"/>
                <a:gd name="connsiteY0" fmla="*/ 80352 h 502648"/>
                <a:gd name="connsiteX1" fmla="*/ 551577 w 609586"/>
                <a:gd name="connsiteY1" fmla="*/ 190215 h 502648"/>
                <a:gd name="connsiteX2" fmla="*/ 551577 w 609586"/>
                <a:gd name="connsiteY2" fmla="*/ 217693 h 502648"/>
                <a:gd name="connsiteX3" fmla="*/ 496140 w 609586"/>
                <a:gd name="connsiteY3" fmla="*/ 310936 h 502648"/>
                <a:gd name="connsiteX4" fmla="*/ 609586 w 609586"/>
                <a:gd name="connsiteY4" fmla="*/ 437323 h 502648"/>
                <a:gd name="connsiteX5" fmla="*/ 580534 w 609586"/>
                <a:gd name="connsiteY5" fmla="*/ 464753 h 502648"/>
                <a:gd name="connsiteX6" fmla="*/ 504951 w 609586"/>
                <a:gd name="connsiteY6" fmla="*/ 464753 h 502648"/>
                <a:gd name="connsiteX7" fmla="*/ 373787 w 609586"/>
                <a:gd name="connsiteY7" fmla="*/ 301459 h 502648"/>
                <a:gd name="connsiteX8" fmla="*/ 426510 w 609586"/>
                <a:gd name="connsiteY8" fmla="*/ 179500 h 502648"/>
                <a:gd name="connsiteX9" fmla="*/ 426510 w 609586"/>
                <a:gd name="connsiteY9" fmla="*/ 143641 h 502648"/>
                <a:gd name="connsiteX10" fmla="*/ 412126 w 609586"/>
                <a:gd name="connsiteY10" fmla="*/ 82543 h 502648"/>
                <a:gd name="connsiteX11" fmla="*/ 435416 w 609586"/>
                <a:gd name="connsiteY11" fmla="*/ 80352 h 502648"/>
                <a:gd name="connsiteX12" fmla="*/ 227788 w 609586"/>
                <a:gd name="connsiteY12" fmla="*/ 0 h 502648"/>
                <a:gd name="connsiteX13" fmla="*/ 379662 w 609586"/>
                <a:gd name="connsiteY13" fmla="*/ 143662 h 502648"/>
                <a:gd name="connsiteX14" fmla="*/ 379662 w 609586"/>
                <a:gd name="connsiteY14" fmla="*/ 179565 h 502648"/>
                <a:gd name="connsiteX15" fmla="*/ 307225 w 609586"/>
                <a:gd name="connsiteY15" fmla="*/ 301465 h 502648"/>
                <a:gd name="connsiteX16" fmla="*/ 455528 w 609586"/>
                <a:gd name="connsiteY16" fmla="*/ 466745 h 502648"/>
                <a:gd name="connsiteX17" fmla="*/ 417524 w 609586"/>
                <a:gd name="connsiteY17" fmla="*/ 502648 h 502648"/>
                <a:gd name="connsiteX18" fmla="*/ 38004 w 609586"/>
                <a:gd name="connsiteY18" fmla="*/ 502648 h 502648"/>
                <a:gd name="connsiteX19" fmla="*/ 0 w 609586"/>
                <a:gd name="connsiteY19" fmla="*/ 466745 h 502648"/>
                <a:gd name="connsiteX20" fmla="*/ 148350 w 609586"/>
                <a:gd name="connsiteY20" fmla="*/ 301465 h 502648"/>
                <a:gd name="connsiteX21" fmla="*/ 75913 w 609586"/>
                <a:gd name="connsiteY21" fmla="*/ 179565 h 502648"/>
                <a:gd name="connsiteX22" fmla="*/ 75913 w 609586"/>
                <a:gd name="connsiteY22" fmla="*/ 143662 h 502648"/>
                <a:gd name="connsiteX23" fmla="*/ 227788 w 609586"/>
                <a:gd name="connsiteY23" fmla="*/ 0 h 50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586" h="502648">
                  <a:moveTo>
                    <a:pt x="435416" y="80352"/>
                  </a:moveTo>
                  <a:cubicBezTo>
                    <a:pt x="499521" y="80352"/>
                    <a:pt x="551577" y="129545"/>
                    <a:pt x="551577" y="190215"/>
                  </a:cubicBezTo>
                  <a:lnTo>
                    <a:pt x="551577" y="217693"/>
                  </a:lnTo>
                  <a:cubicBezTo>
                    <a:pt x="551577" y="257219"/>
                    <a:pt x="529288" y="291601"/>
                    <a:pt x="496140" y="310936"/>
                  </a:cubicBezTo>
                  <a:cubicBezTo>
                    <a:pt x="553434" y="331175"/>
                    <a:pt x="609586" y="382416"/>
                    <a:pt x="609586" y="437323"/>
                  </a:cubicBezTo>
                  <a:cubicBezTo>
                    <a:pt x="609586" y="452467"/>
                    <a:pt x="596584" y="464753"/>
                    <a:pt x="580534" y="464753"/>
                  </a:cubicBezTo>
                  <a:lnTo>
                    <a:pt x="504951" y="464753"/>
                  </a:lnTo>
                  <a:cubicBezTo>
                    <a:pt x="503855" y="393607"/>
                    <a:pt x="444465" y="318793"/>
                    <a:pt x="373787" y="301459"/>
                  </a:cubicBezTo>
                  <a:cubicBezTo>
                    <a:pt x="411936" y="270457"/>
                    <a:pt x="426510" y="231217"/>
                    <a:pt x="426510" y="179500"/>
                  </a:cubicBezTo>
                  <a:lnTo>
                    <a:pt x="426510" y="143641"/>
                  </a:lnTo>
                  <a:cubicBezTo>
                    <a:pt x="426510" y="121783"/>
                    <a:pt x="421318" y="101068"/>
                    <a:pt x="412126" y="82543"/>
                  </a:cubicBezTo>
                  <a:cubicBezTo>
                    <a:pt x="419651" y="81114"/>
                    <a:pt x="427415" y="80352"/>
                    <a:pt x="435416" y="80352"/>
                  </a:cubicBezTo>
                  <a:close/>
                  <a:moveTo>
                    <a:pt x="227788" y="0"/>
                  </a:moveTo>
                  <a:cubicBezTo>
                    <a:pt x="311607" y="0"/>
                    <a:pt x="379662" y="64378"/>
                    <a:pt x="379662" y="143662"/>
                  </a:cubicBezTo>
                  <a:lnTo>
                    <a:pt x="379662" y="179565"/>
                  </a:lnTo>
                  <a:cubicBezTo>
                    <a:pt x="379662" y="231230"/>
                    <a:pt x="350516" y="276180"/>
                    <a:pt x="307225" y="301465"/>
                  </a:cubicBezTo>
                  <a:cubicBezTo>
                    <a:pt x="382186" y="327940"/>
                    <a:pt x="455528" y="394986"/>
                    <a:pt x="455528" y="466745"/>
                  </a:cubicBezTo>
                  <a:cubicBezTo>
                    <a:pt x="455528" y="486554"/>
                    <a:pt x="438574" y="502648"/>
                    <a:pt x="417524" y="502648"/>
                  </a:cubicBezTo>
                  <a:lnTo>
                    <a:pt x="38004" y="502648"/>
                  </a:lnTo>
                  <a:cubicBezTo>
                    <a:pt x="16954" y="502648"/>
                    <a:pt x="0" y="486554"/>
                    <a:pt x="0" y="466745"/>
                  </a:cubicBezTo>
                  <a:cubicBezTo>
                    <a:pt x="0" y="394986"/>
                    <a:pt x="73389" y="327940"/>
                    <a:pt x="148350" y="301465"/>
                  </a:cubicBezTo>
                  <a:cubicBezTo>
                    <a:pt x="105012" y="276180"/>
                    <a:pt x="75913" y="231230"/>
                    <a:pt x="75913" y="179565"/>
                  </a:cubicBezTo>
                  <a:lnTo>
                    <a:pt x="75913" y="143662"/>
                  </a:lnTo>
                  <a:cubicBezTo>
                    <a:pt x="75913" y="64378"/>
                    <a:pt x="143969" y="0"/>
                    <a:pt x="22778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563283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634333" y="6301888"/>
              <a:ext cx="130437" cy="165492"/>
            </a:xfrm>
            <a:custGeom>
              <a:avLst/>
              <a:gdLst>
                <a:gd name="T0" fmla="*/ 3166 w 6332"/>
                <a:gd name="T1" fmla="*/ 0 h 8034"/>
                <a:gd name="T2" fmla="*/ 0 w 6332"/>
                <a:gd name="T3" fmla="*/ 3166 h 8034"/>
                <a:gd name="T4" fmla="*/ 2481 w 6332"/>
                <a:gd name="T5" fmla="*/ 7590 h 8034"/>
                <a:gd name="T6" fmla="*/ 3853 w 6332"/>
                <a:gd name="T7" fmla="*/ 7588 h 8034"/>
                <a:gd name="T8" fmla="*/ 6332 w 6332"/>
                <a:gd name="T9" fmla="*/ 3166 h 8034"/>
                <a:gd name="T10" fmla="*/ 3166 w 6332"/>
                <a:gd name="T11" fmla="*/ 0 h 8034"/>
                <a:gd name="T12" fmla="*/ 3166 w 6332"/>
                <a:gd name="T13" fmla="*/ 0 h 8034"/>
                <a:gd name="T14" fmla="*/ 3166 w 6332"/>
                <a:gd name="T15" fmla="*/ 0 h 8034"/>
                <a:gd name="T16" fmla="*/ 3166 w 6332"/>
                <a:gd name="T17" fmla="*/ 0 h 8034"/>
                <a:gd name="T18" fmla="*/ 3166 w 6332"/>
                <a:gd name="T19" fmla="*/ 4529 h 8034"/>
                <a:gd name="T20" fmla="*/ 1702 w 6332"/>
                <a:gd name="T21" fmla="*/ 3065 h 8034"/>
                <a:gd name="T22" fmla="*/ 3166 w 6332"/>
                <a:gd name="T23" fmla="*/ 1600 h 8034"/>
                <a:gd name="T24" fmla="*/ 4630 w 6332"/>
                <a:gd name="T25" fmla="*/ 3065 h 8034"/>
                <a:gd name="T26" fmla="*/ 3166 w 6332"/>
                <a:gd name="T27" fmla="*/ 4529 h 8034"/>
                <a:gd name="T28" fmla="*/ 3166 w 6332"/>
                <a:gd name="T29" fmla="*/ 4529 h 8034"/>
                <a:gd name="T30" fmla="*/ 3166 w 6332"/>
                <a:gd name="T31" fmla="*/ 4529 h 8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2" h="8034">
                  <a:moveTo>
                    <a:pt x="3166" y="0"/>
                  </a:moveTo>
                  <a:cubicBezTo>
                    <a:pt x="1418" y="0"/>
                    <a:pt x="0" y="1418"/>
                    <a:pt x="0" y="3166"/>
                  </a:cubicBezTo>
                  <a:cubicBezTo>
                    <a:pt x="0" y="4914"/>
                    <a:pt x="2481" y="7590"/>
                    <a:pt x="2481" y="7590"/>
                  </a:cubicBezTo>
                  <a:cubicBezTo>
                    <a:pt x="2859" y="8031"/>
                    <a:pt x="3478" y="8034"/>
                    <a:pt x="3853" y="7588"/>
                  </a:cubicBezTo>
                  <a:cubicBezTo>
                    <a:pt x="3853" y="7588"/>
                    <a:pt x="6332" y="4914"/>
                    <a:pt x="6332" y="3166"/>
                  </a:cubicBezTo>
                  <a:cubicBezTo>
                    <a:pt x="6332" y="1418"/>
                    <a:pt x="4914" y="0"/>
                    <a:pt x="3166" y="0"/>
                  </a:cubicBezTo>
                  <a:lnTo>
                    <a:pt x="3166" y="0"/>
                  </a:lnTo>
                  <a:lnTo>
                    <a:pt x="3166" y="0"/>
                  </a:lnTo>
                  <a:lnTo>
                    <a:pt x="3166" y="0"/>
                  </a:lnTo>
                  <a:close/>
                  <a:moveTo>
                    <a:pt x="3166" y="4529"/>
                  </a:moveTo>
                  <a:cubicBezTo>
                    <a:pt x="2357" y="4529"/>
                    <a:pt x="1702" y="3874"/>
                    <a:pt x="1702" y="3065"/>
                  </a:cubicBezTo>
                  <a:cubicBezTo>
                    <a:pt x="1702" y="2256"/>
                    <a:pt x="2357" y="1600"/>
                    <a:pt x="3166" y="1600"/>
                  </a:cubicBezTo>
                  <a:cubicBezTo>
                    <a:pt x="3975" y="1600"/>
                    <a:pt x="4630" y="2256"/>
                    <a:pt x="4630" y="3065"/>
                  </a:cubicBezTo>
                  <a:cubicBezTo>
                    <a:pt x="4630" y="3874"/>
                    <a:pt x="3975" y="4529"/>
                    <a:pt x="3166" y="4529"/>
                  </a:cubicBezTo>
                  <a:lnTo>
                    <a:pt x="3166" y="4529"/>
                  </a:lnTo>
                  <a:close/>
                  <a:moveTo>
                    <a:pt x="3166" y="4529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9" name="任意多边形: 形状 28"/>
          <p:cNvSpPr/>
          <p:nvPr/>
        </p:nvSpPr>
        <p:spPr>
          <a:xfrm>
            <a:off x="206915" y="5914097"/>
            <a:ext cx="6190255" cy="165449"/>
          </a:xfrm>
          <a:custGeom>
            <a:avLst/>
            <a:gdLst>
              <a:gd name="connsiteX0" fmla="*/ 8653366 w 12191779"/>
              <a:gd name="connsiteY0" fmla="*/ 4706 h 325854"/>
              <a:gd name="connsiteX1" fmla="*/ 10239238 w 12191779"/>
              <a:gd name="connsiteY1" fmla="*/ 19889 h 325854"/>
              <a:gd name="connsiteX2" fmla="*/ 11144148 w 12191779"/>
              <a:gd name="connsiteY2" fmla="*/ 28999 h 325854"/>
              <a:gd name="connsiteX3" fmla="*/ 11559405 w 12191779"/>
              <a:gd name="connsiteY3" fmla="*/ 44941 h 325854"/>
              <a:gd name="connsiteX4" fmla="*/ 12191779 w 12191779"/>
              <a:gd name="connsiteY4" fmla="*/ 135280 h 325854"/>
              <a:gd name="connsiteX5" fmla="*/ 12191020 w 12191779"/>
              <a:gd name="connsiteY5" fmla="*/ 148186 h 325854"/>
              <a:gd name="connsiteX6" fmla="*/ 11678592 w 12191779"/>
              <a:gd name="connsiteY6" fmla="*/ 255227 h 325854"/>
              <a:gd name="connsiteX7" fmla="*/ 11397705 w 12191779"/>
              <a:gd name="connsiteY7" fmla="*/ 270410 h 325854"/>
              <a:gd name="connsiteX8" fmla="*/ 11144908 w 12191779"/>
              <a:gd name="connsiteY8" fmla="*/ 285593 h 325854"/>
              <a:gd name="connsiteX9" fmla="*/ 10536825 w 12191779"/>
              <a:gd name="connsiteY9" fmla="*/ 296221 h 325854"/>
              <a:gd name="connsiteX10" fmla="*/ 10210389 w 12191779"/>
              <a:gd name="connsiteY10" fmla="*/ 307608 h 325854"/>
              <a:gd name="connsiteX11" fmla="*/ 8209262 w 12191779"/>
              <a:gd name="connsiteY11" fmla="*/ 311404 h 325854"/>
              <a:gd name="connsiteX12" fmla="*/ 7482753 w 12191779"/>
              <a:gd name="connsiteY12" fmla="*/ 324310 h 325854"/>
              <a:gd name="connsiteX13" fmla="*/ 7273986 w 12191779"/>
              <a:gd name="connsiteY13" fmla="*/ 321273 h 325854"/>
              <a:gd name="connsiteX14" fmla="*/ 7138856 w 12191779"/>
              <a:gd name="connsiteY14" fmla="*/ 313682 h 325854"/>
              <a:gd name="connsiteX15" fmla="*/ 6933126 w 12191779"/>
              <a:gd name="connsiteY15" fmla="*/ 325069 h 325854"/>
              <a:gd name="connsiteX16" fmla="*/ 5079274 w 12191779"/>
              <a:gd name="connsiteY16" fmla="*/ 323551 h 325854"/>
              <a:gd name="connsiteX17" fmla="*/ 4768021 w 12191779"/>
              <a:gd name="connsiteY17" fmla="*/ 310645 h 325854"/>
              <a:gd name="connsiteX18" fmla="*/ 4531165 w 12191779"/>
              <a:gd name="connsiteY18" fmla="*/ 322032 h 325854"/>
              <a:gd name="connsiteX19" fmla="*/ 4311770 w 12191779"/>
              <a:gd name="connsiteY19" fmla="*/ 311404 h 325854"/>
              <a:gd name="connsiteX20" fmla="*/ 3526046 w 12191779"/>
              <a:gd name="connsiteY20" fmla="*/ 315959 h 325854"/>
              <a:gd name="connsiteX21" fmla="*/ 2959718 w 12191779"/>
              <a:gd name="connsiteY21" fmla="*/ 321273 h 325854"/>
              <a:gd name="connsiteX22" fmla="*/ 2262815 w 12191779"/>
              <a:gd name="connsiteY22" fmla="*/ 306090 h 325854"/>
              <a:gd name="connsiteX23" fmla="*/ 1981928 w 12191779"/>
              <a:gd name="connsiteY23" fmla="*/ 306090 h 325854"/>
              <a:gd name="connsiteX24" fmla="*/ 1789104 w 12191779"/>
              <a:gd name="connsiteY24" fmla="*/ 307608 h 325854"/>
              <a:gd name="connsiteX25" fmla="*/ 1414841 w 12191779"/>
              <a:gd name="connsiteY25" fmla="*/ 297739 h 325854"/>
              <a:gd name="connsiteX26" fmla="*/ 1107384 w 12191779"/>
              <a:gd name="connsiteY26" fmla="*/ 287870 h 325854"/>
              <a:gd name="connsiteX27" fmla="*/ 840921 w 12191779"/>
              <a:gd name="connsiteY27" fmla="*/ 278001 h 325854"/>
              <a:gd name="connsiteX28" fmla="*/ 573699 w 12191779"/>
              <a:gd name="connsiteY28" fmla="*/ 262059 h 325854"/>
              <a:gd name="connsiteX29" fmla="*/ 10408 w 12191779"/>
              <a:gd name="connsiteY29" fmla="*/ 171720 h 325854"/>
              <a:gd name="connsiteX30" fmla="*/ 36219 w 12191779"/>
              <a:gd name="connsiteY30" fmla="*/ 126171 h 325854"/>
              <a:gd name="connsiteX31" fmla="*/ 500821 w 12191779"/>
              <a:gd name="connsiteY31" fmla="*/ 60883 h 325854"/>
              <a:gd name="connsiteX32" fmla="*/ 842440 w 12191779"/>
              <a:gd name="connsiteY32" fmla="*/ 43423 h 325854"/>
              <a:gd name="connsiteX33" fmla="*/ 1266806 w 12191779"/>
              <a:gd name="connsiteY33" fmla="*/ 19889 h 325854"/>
              <a:gd name="connsiteX34" fmla="*/ 1628163 w 12191779"/>
              <a:gd name="connsiteY34" fmla="*/ 3188 h 325854"/>
              <a:gd name="connsiteX35" fmla="*/ 2105671 w 12191779"/>
              <a:gd name="connsiteY35" fmla="*/ 3188 h 325854"/>
              <a:gd name="connsiteX36" fmla="*/ 8653366 w 12191779"/>
              <a:gd name="connsiteY36" fmla="*/ 4706 h 3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191779" h="325854">
                <a:moveTo>
                  <a:pt x="8653366" y="4706"/>
                </a:moveTo>
                <a:cubicBezTo>
                  <a:pt x="9181737" y="5465"/>
                  <a:pt x="9710867" y="-2126"/>
                  <a:pt x="10239238" y="19889"/>
                </a:cubicBezTo>
                <a:cubicBezTo>
                  <a:pt x="10540621" y="19130"/>
                  <a:pt x="10842005" y="29758"/>
                  <a:pt x="11144148" y="28999"/>
                </a:cubicBezTo>
                <a:cubicBezTo>
                  <a:pt x="11283073" y="25962"/>
                  <a:pt x="11420480" y="48737"/>
                  <a:pt x="11559405" y="44941"/>
                </a:cubicBezTo>
                <a:cubicBezTo>
                  <a:pt x="11771209" y="64679"/>
                  <a:pt x="11987568" y="69993"/>
                  <a:pt x="12191779" y="135280"/>
                </a:cubicBezTo>
                <a:cubicBezTo>
                  <a:pt x="12191779" y="138317"/>
                  <a:pt x="12191020" y="145149"/>
                  <a:pt x="12191020" y="148186"/>
                </a:cubicBezTo>
                <a:cubicBezTo>
                  <a:pt x="12031598" y="225620"/>
                  <a:pt x="11851679" y="238525"/>
                  <a:pt x="11678592" y="255227"/>
                </a:cubicBezTo>
                <a:cubicBezTo>
                  <a:pt x="11584457" y="249153"/>
                  <a:pt x="11491840" y="277242"/>
                  <a:pt x="11397705" y="270410"/>
                </a:cubicBezTo>
                <a:cubicBezTo>
                  <a:pt x="11312680" y="265096"/>
                  <a:pt x="11229932" y="288629"/>
                  <a:pt x="11144908" y="285593"/>
                </a:cubicBezTo>
                <a:cubicBezTo>
                  <a:pt x="10942213" y="283315"/>
                  <a:pt x="10739520" y="298498"/>
                  <a:pt x="10536825" y="296221"/>
                </a:cubicBezTo>
                <a:cubicBezTo>
                  <a:pt x="10428267" y="295462"/>
                  <a:pt x="10318949" y="296221"/>
                  <a:pt x="10210389" y="307608"/>
                </a:cubicBezTo>
                <a:cubicBezTo>
                  <a:pt x="9543853" y="309886"/>
                  <a:pt x="8876558" y="310645"/>
                  <a:pt x="8209262" y="311404"/>
                </a:cubicBezTo>
                <a:cubicBezTo>
                  <a:pt x="7967092" y="315959"/>
                  <a:pt x="7724163" y="299258"/>
                  <a:pt x="7482753" y="324310"/>
                </a:cubicBezTo>
                <a:cubicBezTo>
                  <a:pt x="7412911" y="331901"/>
                  <a:pt x="7343827" y="308367"/>
                  <a:pt x="7273986" y="321273"/>
                </a:cubicBezTo>
                <a:cubicBezTo>
                  <a:pt x="7228436" y="328865"/>
                  <a:pt x="7184405" y="311404"/>
                  <a:pt x="7138856" y="313682"/>
                </a:cubicBezTo>
                <a:cubicBezTo>
                  <a:pt x="7069773" y="309127"/>
                  <a:pt x="7001449" y="326587"/>
                  <a:pt x="6933126" y="325069"/>
                </a:cubicBezTo>
                <a:cubicBezTo>
                  <a:pt x="6315175" y="323551"/>
                  <a:pt x="5697224" y="325069"/>
                  <a:pt x="5079274" y="323551"/>
                </a:cubicBezTo>
                <a:cubicBezTo>
                  <a:pt x="4976788" y="303053"/>
                  <a:pt x="4872025" y="312922"/>
                  <a:pt x="4768021" y="310645"/>
                </a:cubicBezTo>
                <a:cubicBezTo>
                  <a:pt x="4689069" y="309886"/>
                  <a:pt x="4609358" y="308367"/>
                  <a:pt x="4531165" y="322032"/>
                </a:cubicBezTo>
                <a:cubicBezTo>
                  <a:pt x="4457527" y="334179"/>
                  <a:pt x="4385408" y="309127"/>
                  <a:pt x="4311770" y="311404"/>
                </a:cubicBezTo>
                <a:cubicBezTo>
                  <a:pt x="4049862" y="311404"/>
                  <a:pt x="3787954" y="314441"/>
                  <a:pt x="3526046" y="315959"/>
                </a:cubicBezTo>
                <a:cubicBezTo>
                  <a:pt x="3337017" y="308367"/>
                  <a:pt x="3147988" y="309886"/>
                  <a:pt x="2959718" y="321273"/>
                </a:cubicBezTo>
                <a:cubicBezTo>
                  <a:pt x="2728176" y="298498"/>
                  <a:pt x="2495116" y="318236"/>
                  <a:pt x="2262815" y="306090"/>
                </a:cubicBezTo>
                <a:cubicBezTo>
                  <a:pt x="2169439" y="288629"/>
                  <a:pt x="2075304" y="317477"/>
                  <a:pt x="1981928" y="306090"/>
                </a:cubicBezTo>
                <a:cubicBezTo>
                  <a:pt x="1917400" y="298498"/>
                  <a:pt x="1852872" y="313682"/>
                  <a:pt x="1789104" y="307608"/>
                </a:cubicBezTo>
                <a:cubicBezTo>
                  <a:pt x="1664602" y="297739"/>
                  <a:pt x="1539342" y="306849"/>
                  <a:pt x="1414841" y="297739"/>
                </a:cubicBezTo>
                <a:cubicBezTo>
                  <a:pt x="1312355" y="294703"/>
                  <a:pt x="1209870" y="285593"/>
                  <a:pt x="1107384" y="287870"/>
                </a:cubicBezTo>
                <a:cubicBezTo>
                  <a:pt x="1018563" y="284834"/>
                  <a:pt x="928983" y="290907"/>
                  <a:pt x="840921" y="278001"/>
                </a:cubicBezTo>
                <a:cubicBezTo>
                  <a:pt x="752100" y="266614"/>
                  <a:pt x="661761" y="280279"/>
                  <a:pt x="573699" y="262059"/>
                </a:cubicBezTo>
                <a:cubicBezTo>
                  <a:pt x="384670" y="247635"/>
                  <a:pt x="187290" y="249153"/>
                  <a:pt x="10408" y="171720"/>
                </a:cubicBezTo>
                <a:cubicBezTo>
                  <a:pt x="-17681" y="156537"/>
                  <a:pt x="17999" y="130726"/>
                  <a:pt x="36219" y="126171"/>
                </a:cubicBezTo>
                <a:cubicBezTo>
                  <a:pt x="187290" y="82899"/>
                  <a:pt x="345194" y="77585"/>
                  <a:pt x="500821" y="60883"/>
                </a:cubicBezTo>
                <a:cubicBezTo>
                  <a:pt x="615453" y="61643"/>
                  <a:pt x="728567" y="41905"/>
                  <a:pt x="842440" y="43423"/>
                </a:cubicBezTo>
                <a:cubicBezTo>
                  <a:pt x="982883" y="20648"/>
                  <a:pt x="1126363" y="38109"/>
                  <a:pt x="1266806" y="19889"/>
                </a:cubicBezTo>
                <a:cubicBezTo>
                  <a:pt x="1386752" y="9261"/>
                  <a:pt x="1508217" y="22926"/>
                  <a:pt x="1628163" y="3188"/>
                </a:cubicBezTo>
                <a:cubicBezTo>
                  <a:pt x="1786826" y="151"/>
                  <a:pt x="1947008" y="-2126"/>
                  <a:pt x="2105671" y="3188"/>
                </a:cubicBezTo>
                <a:lnTo>
                  <a:pt x="8653366" y="4706"/>
                </a:lnTo>
                <a:close/>
              </a:path>
            </a:pathLst>
          </a:custGeom>
          <a:solidFill>
            <a:schemeClr val="accent3"/>
          </a:solidFill>
          <a:ln w="759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81" y="992773"/>
            <a:ext cx="5091312" cy="5006754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7264400" y="350030"/>
            <a:ext cx="4446078" cy="26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作者介绍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故事剧情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作品主题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阅读感悟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5747887" y="2767945"/>
            <a:ext cx="6074258" cy="2585323"/>
            <a:chOff x="5349350" y="1354601"/>
            <a:chExt cx="6074258" cy="2585323"/>
          </a:xfrm>
        </p:grpSpPr>
        <p:sp>
          <p:nvSpPr>
            <p:cNvPr id="36" name="矩形 35"/>
            <p:cNvSpPr/>
            <p:nvPr/>
          </p:nvSpPr>
          <p:spPr>
            <a:xfrm>
              <a:off x="6909675" y="1354601"/>
              <a:ext cx="451393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cs typeface="+mn-ea"/>
                  <a:sym typeface="+mn-lt"/>
                </a:rPr>
                <a:t>Part 3 — From History to Today </a:t>
              </a:r>
            </a:p>
          </p:txBody>
        </p:sp>
        <p:sp>
          <p:nvSpPr>
            <p:cNvPr id="41" name="椭圆 40"/>
            <p:cNvSpPr/>
            <p:nvPr/>
          </p:nvSpPr>
          <p:spPr>
            <a:xfrm>
              <a:off x="5430958" y="1383428"/>
              <a:ext cx="1263836" cy="126383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349350" y="1553680"/>
              <a:ext cx="142705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</a:t>
              </a:r>
              <a:r>
                <a:rPr lang="en-US" altLang="zh-CN" sz="54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3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8420" y="181841"/>
            <a:ext cx="6923776" cy="722524"/>
            <a:chOff x="4248497" y="3121810"/>
            <a:chExt cx="6923776" cy="722524"/>
          </a:xfrm>
        </p:grpSpPr>
        <p:sp>
          <p:nvSpPr>
            <p:cNvPr id="3" name="椭圆 2"/>
            <p:cNvSpPr/>
            <p:nvPr/>
          </p:nvSpPr>
          <p:spPr>
            <a:xfrm>
              <a:off x="4248497" y="3121810"/>
              <a:ext cx="713144" cy="713143"/>
            </a:xfrm>
            <a:prstGeom prst="ellipse">
              <a:avLst/>
            </a:prstGeom>
            <a:solidFill>
              <a:schemeClr val="accent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5156643" y="3155390"/>
              <a:ext cx="60156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cs typeface="+mn-ea"/>
                  <a:sym typeface="+mn-lt"/>
                </a:rPr>
                <a:t>Part 3 — From History to Today </a:t>
              </a:r>
            </a:p>
          </p:txBody>
        </p:sp>
        <p:sp>
          <p:nvSpPr>
            <p:cNvPr id="6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4248497" y="3235107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5184441" y="3615370"/>
              <a:ext cx="2137834" cy="228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从历史到今天</a:t>
              </a:r>
            </a:p>
          </p:txBody>
        </p:sp>
      </p:grp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730883" y="2344711"/>
            <a:ext cx="5118983" cy="3443621"/>
          </a:xfrm>
          <a:prstGeom prst="roundRect">
            <a:avLst>
              <a:gd name="adj" fmla="val 3980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74" y="1399290"/>
            <a:ext cx="5160720" cy="4915209"/>
          </a:xfrm>
          <a:prstGeom prst="rect">
            <a:avLst/>
          </a:prstGeom>
          <a:ln>
            <a:noFill/>
          </a:ln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BAA950CE-5F1E-DDFE-0050-41A9CF46695C}"/>
              </a:ext>
            </a:extLst>
          </p:cNvPr>
          <p:cNvGrpSpPr/>
          <p:nvPr/>
        </p:nvGrpSpPr>
        <p:grpSpPr>
          <a:xfrm>
            <a:off x="6088286" y="894984"/>
            <a:ext cx="5410440" cy="5551997"/>
            <a:chOff x="6088286" y="2344711"/>
            <a:chExt cx="5410440" cy="3443621"/>
          </a:xfrm>
        </p:grpSpPr>
        <p:sp>
          <p:nvSpPr>
            <p:cNvPr id="31" name="矩形: 圆角 30"/>
            <p:cNvSpPr/>
            <p:nvPr/>
          </p:nvSpPr>
          <p:spPr>
            <a:xfrm>
              <a:off x="6088286" y="2344711"/>
              <a:ext cx="5410440" cy="3443621"/>
            </a:xfrm>
            <a:prstGeom prst="roundRect">
              <a:avLst>
                <a:gd name="adj" fmla="val 3980"/>
              </a:avLst>
            </a:prstGeom>
            <a:gradFill flip="none"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480123" y="2548562"/>
              <a:ext cx="4502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chemeClr val="accent1"/>
                  </a:solidFill>
                  <a:latin typeface="+mj-ea"/>
                  <a:ea typeface="+mj-ea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fr-FR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n-lt"/>
                  <a:ea typeface="+mn-ea"/>
                  <a:sym typeface="+mn-lt"/>
                </a:rPr>
                <a:t>The Ancient Letter (313 CE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55761" y="3012335"/>
              <a:ext cx="4943383" cy="2599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Sogdian Ancient Letter No. 2 (Or.8212/95)*</a:t>
              </a:r>
            </a:p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Sender: Nanai-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vandak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, a Sogdian merchant in China</a:t>
              </a:r>
            </a:p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Recipient: Partners in Samarkand (over 2,000 miles away)</a:t>
              </a:r>
            </a:p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Content: Business instructions + a will</a:t>
              </a:r>
            </a:p>
            <a:p>
              <a:pPr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"Find a wife for my son… and marry him to her."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6611722" y="3245391"/>
              <a:ext cx="4431462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D122F58-345F-DE61-28F9-F3028D79AF34}"/>
              </a:ext>
            </a:extLst>
          </p:cNvPr>
          <p:cNvSpPr/>
          <p:nvPr/>
        </p:nvSpPr>
        <p:spPr>
          <a:xfrm flipH="1">
            <a:off x="4" y="581480"/>
            <a:ext cx="12191996" cy="6276521"/>
          </a:xfrm>
          <a:custGeom>
            <a:avLst/>
            <a:gdLst>
              <a:gd name="connsiteX0" fmla="*/ 12191996 w 12191996"/>
              <a:gd name="connsiteY0" fmla="*/ 0 h 6276521"/>
              <a:gd name="connsiteX1" fmla="*/ 12140510 w 12191996"/>
              <a:gd name="connsiteY1" fmla="*/ 0 h 6276521"/>
              <a:gd name="connsiteX2" fmla="*/ 12110777 w 12191996"/>
              <a:gd name="connsiteY2" fmla="*/ 49637 h 6276521"/>
              <a:gd name="connsiteX3" fmla="*/ 4805856 w 12191996"/>
              <a:gd name="connsiteY3" fmla="*/ 5894967 h 6276521"/>
              <a:gd name="connsiteX4" fmla="*/ 170475 w 12191996"/>
              <a:gd name="connsiteY4" fmla="*/ 5648914 h 6276521"/>
              <a:gd name="connsiteX5" fmla="*/ 0 w 12191996"/>
              <a:gd name="connsiteY5" fmla="*/ 5587978 h 6276521"/>
              <a:gd name="connsiteX6" fmla="*/ 0 w 12191996"/>
              <a:gd name="connsiteY6" fmla="*/ 6276521 h 6276521"/>
              <a:gd name="connsiteX7" fmla="*/ 12191996 w 12191996"/>
              <a:gd name="connsiteY7" fmla="*/ 6276521 h 627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276521">
                <a:moveTo>
                  <a:pt x="12191996" y="0"/>
                </a:moveTo>
                <a:lnTo>
                  <a:pt x="12140510" y="0"/>
                </a:lnTo>
                <a:lnTo>
                  <a:pt x="12110777" y="49637"/>
                </a:lnTo>
                <a:cubicBezTo>
                  <a:pt x="11080602" y="1676396"/>
                  <a:pt x="7181983" y="5234627"/>
                  <a:pt x="4805856" y="5894967"/>
                </a:cubicBezTo>
                <a:cubicBezTo>
                  <a:pt x="3426169" y="6278391"/>
                  <a:pt x="1663291" y="6133802"/>
                  <a:pt x="170475" y="5648914"/>
                </a:cubicBezTo>
                <a:lnTo>
                  <a:pt x="0" y="5587978"/>
                </a:lnTo>
                <a:lnTo>
                  <a:pt x="0" y="6276521"/>
                </a:lnTo>
                <a:lnTo>
                  <a:pt x="12191996" y="6276521"/>
                </a:lnTo>
                <a:close/>
              </a:path>
            </a:pathLst>
          </a:custGeom>
          <a:gradFill flip="none" rotWithShape="0">
            <a:gsLst>
              <a:gs pos="0">
                <a:schemeClr val="accent3"/>
              </a:gs>
              <a:gs pos="98000">
                <a:schemeClr val="accent4"/>
              </a:gs>
            </a:gsLst>
            <a:lin ang="2700000" scaled="0"/>
            <a:tileRect/>
          </a:gradFill>
          <a:ln w="350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F85BD8D5-FA39-0B19-8D79-7ABAD2AA523A}"/>
              </a:ext>
            </a:extLst>
          </p:cNvPr>
          <p:cNvSpPr/>
          <p:nvPr/>
        </p:nvSpPr>
        <p:spPr>
          <a:xfrm flipH="1">
            <a:off x="0" y="1721108"/>
            <a:ext cx="12192000" cy="5136893"/>
          </a:xfrm>
          <a:custGeom>
            <a:avLst/>
            <a:gdLst>
              <a:gd name="connsiteX0" fmla="*/ 12192000 w 12192000"/>
              <a:gd name="connsiteY0" fmla="*/ 0 h 5136893"/>
              <a:gd name="connsiteX1" fmla="*/ 12121700 w 12192000"/>
              <a:gd name="connsiteY1" fmla="*/ 81868 h 5136893"/>
              <a:gd name="connsiteX2" fmla="*/ 4836239 w 12192000"/>
              <a:gd name="connsiteY2" fmla="*/ 4761337 h 5136893"/>
              <a:gd name="connsiteX3" fmla="*/ 18861 w 12192000"/>
              <a:gd name="connsiteY3" fmla="*/ 4817406 h 5136893"/>
              <a:gd name="connsiteX4" fmla="*/ 0 w 12192000"/>
              <a:gd name="connsiteY4" fmla="*/ 4813085 h 5136893"/>
              <a:gd name="connsiteX5" fmla="*/ 0 w 12192000"/>
              <a:gd name="connsiteY5" fmla="*/ 5136893 h 5136893"/>
              <a:gd name="connsiteX6" fmla="*/ 12192000 w 12192000"/>
              <a:gd name="connsiteY6" fmla="*/ 5136893 h 513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6893">
                <a:moveTo>
                  <a:pt x="12192000" y="0"/>
                </a:moveTo>
                <a:lnTo>
                  <a:pt x="12121700" y="81868"/>
                </a:lnTo>
                <a:cubicBezTo>
                  <a:pt x="10796706" y="1572876"/>
                  <a:pt x="7140649" y="4178004"/>
                  <a:pt x="4836239" y="4761337"/>
                </a:cubicBezTo>
                <a:cubicBezTo>
                  <a:pt x="3408991" y="5122627"/>
                  <a:pt x="1573640" y="5130328"/>
                  <a:pt x="18861" y="4817406"/>
                </a:cubicBezTo>
                <a:lnTo>
                  <a:pt x="0" y="4813085"/>
                </a:lnTo>
                <a:lnTo>
                  <a:pt x="0" y="5136893"/>
                </a:lnTo>
                <a:lnTo>
                  <a:pt x="12192000" y="5136893"/>
                </a:lnTo>
                <a:close/>
              </a:path>
            </a:pathLst>
          </a:custGeom>
          <a:gradFill flip="none" rotWithShape="0"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76200" dir="18900000" algn="bl" rotWithShape="0">
              <a:sysClr val="windowText" lastClr="000000">
                <a:lumMod val="75000"/>
                <a:lumOff val="25000"/>
                <a:alpha val="30000"/>
              </a:sys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3591" y="239847"/>
            <a:ext cx="1582484" cy="3416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8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YOUR LOGO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9090" y="528645"/>
            <a:ext cx="141731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0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UNIVERSITY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58382" y="6248365"/>
            <a:ext cx="1477440" cy="272538"/>
            <a:chOff x="358382" y="6248365"/>
            <a:chExt cx="1477440" cy="272538"/>
          </a:xfrm>
        </p:grpSpPr>
        <p:sp>
          <p:nvSpPr>
            <p:cNvPr id="18" name="椭圆 17"/>
            <p:cNvSpPr/>
            <p:nvPr/>
          </p:nvSpPr>
          <p:spPr>
            <a:xfrm>
              <a:off x="358382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32587" y="6301888"/>
              <a:ext cx="124128" cy="165492"/>
            </a:xfrm>
            <a:custGeom>
              <a:avLst/>
              <a:gdLst>
                <a:gd name="T0" fmla="*/ 648 w 7770"/>
                <a:gd name="T1" fmla="*/ 0 h 10360"/>
                <a:gd name="T2" fmla="*/ 7123 w 7770"/>
                <a:gd name="T3" fmla="*/ 0 h 10360"/>
                <a:gd name="T4" fmla="*/ 7770 w 7770"/>
                <a:gd name="T5" fmla="*/ 647 h 10360"/>
                <a:gd name="T6" fmla="*/ 7770 w 7770"/>
                <a:gd name="T7" fmla="*/ 9712 h 10360"/>
                <a:gd name="T8" fmla="*/ 7123 w 7770"/>
                <a:gd name="T9" fmla="*/ 10360 h 10360"/>
                <a:gd name="T10" fmla="*/ 648 w 7770"/>
                <a:gd name="T11" fmla="*/ 10360 h 10360"/>
                <a:gd name="T12" fmla="*/ 0 w 7770"/>
                <a:gd name="T13" fmla="*/ 9712 h 10360"/>
                <a:gd name="T14" fmla="*/ 0 w 7770"/>
                <a:gd name="T15" fmla="*/ 647 h 10360"/>
                <a:gd name="T16" fmla="*/ 648 w 7770"/>
                <a:gd name="T17" fmla="*/ 0 h 10360"/>
                <a:gd name="T18" fmla="*/ 1295 w 7770"/>
                <a:gd name="T19" fmla="*/ 1293 h 10360"/>
                <a:gd name="T20" fmla="*/ 1295 w 7770"/>
                <a:gd name="T21" fmla="*/ 8416 h 10360"/>
                <a:gd name="T22" fmla="*/ 6475 w 7770"/>
                <a:gd name="T23" fmla="*/ 8416 h 10360"/>
                <a:gd name="T24" fmla="*/ 6475 w 7770"/>
                <a:gd name="T25" fmla="*/ 1293 h 10360"/>
                <a:gd name="T26" fmla="*/ 1295 w 7770"/>
                <a:gd name="T27" fmla="*/ 1293 h 10360"/>
                <a:gd name="T28" fmla="*/ 3890 w 7770"/>
                <a:gd name="T29" fmla="*/ 8902 h 10360"/>
                <a:gd name="T30" fmla="*/ 3405 w 7770"/>
                <a:gd name="T31" fmla="*/ 9387 h 10360"/>
                <a:gd name="T32" fmla="*/ 3890 w 7770"/>
                <a:gd name="T33" fmla="*/ 9872 h 10360"/>
                <a:gd name="T34" fmla="*/ 4375 w 7770"/>
                <a:gd name="T35" fmla="*/ 9387 h 10360"/>
                <a:gd name="T36" fmla="*/ 3890 w 7770"/>
                <a:gd name="T37" fmla="*/ 8902 h 10360"/>
                <a:gd name="T38" fmla="*/ 3413 w 7770"/>
                <a:gd name="T39" fmla="*/ 5486 h 10360"/>
                <a:gd name="T40" fmla="*/ 5026 w 7770"/>
                <a:gd name="T41" fmla="*/ 3825 h 10360"/>
                <a:gd name="T42" fmla="*/ 5683 w 7770"/>
                <a:gd name="T43" fmla="*/ 3815 h 10360"/>
                <a:gd name="T44" fmla="*/ 5688 w 7770"/>
                <a:gd name="T45" fmla="*/ 3820 h 10360"/>
                <a:gd name="T46" fmla="*/ 5692 w 7770"/>
                <a:gd name="T47" fmla="*/ 4491 h 10360"/>
                <a:gd name="T48" fmla="*/ 3769 w 7770"/>
                <a:gd name="T49" fmla="*/ 6472 h 10360"/>
                <a:gd name="T50" fmla="*/ 3636 w 7770"/>
                <a:gd name="T51" fmla="*/ 6567 h 10360"/>
                <a:gd name="T52" fmla="*/ 3081 w 7770"/>
                <a:gd name="T53" fmla="*/ 6485 h 10360"/>
                <a:gd name="T54" fmla="*/ 2081 w 7770"/>
                <a:gd name="T55" fmla="*/ 5486 h 10360"/>
                <a:gd name="T56" fmla="*/ 2103 w 7770"/>
                <a:gd name="T57" fmla="*/ 4820 h 10360"/>
                <a:gd name="T58" fmla="*/ 2748 w 7770"/>
                <a:gd name="T59" fmla="*/ 4820 h 10360"/>
                <a:gd name="T60" fmla="*/ 3413 w 7770"/>
                <a:gd name="T61" fmla="*/ 5486 h 10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70" h="10360">
                  <a:moveTo>
                    <a:pt x="648" y="0"/>
                  </a:moveTo>
                  <a:lnTo>
                    <a:pt x="7123" y="0"/>
                  </a:lnTo>
                  <a:cubicBezTo>
                    <a:pt x="7480" y="0"/>
                    <a:pt x="7770" y="290"/>
                    <a:pt x="7770" y="647"/>
                  </a:cubicBezTo>
                  <a:lnTo>
                    <a:pt x="7770" y="9712"/>
                  </a:lnTo>
                  <a:cubicBezTo>
                    <a:pt x="7770" y="10070"/>
                    <a:pt x="7480" y="10360"/>
                    <a:pt x="7123" y="10360"/>
                  </a:cubicBezTo>
                  <a:lnTo>
                    <a:pt x="648" y="10360"/>
                  </a:lnTo>
                  <a:cubicBezTo>
                    <a:pt x="290" y="10360"/>
                    <a:pt x="0" y="10070"/>
                    <a:pt x="0" y="9712"/>
                  </a:cubicBezTo>
                  <a:lnTo>
                    <a:pt x="0" y="647"/>
                  </a:lnTo>
                  <a:cubicBezTo>
                    <a:pt x="0" y="288"/>
                    <a:pt x="290" y="0"/>
                    <a:pt x="648" y="0"/>
                  </a:cubicBezTo>
                  <a:close/>
                  <a:moveTo>
                    <a:pt x="1295" y="1293"/>
                  </a:moveTo>
                  <a:lnTo>
                    <a:pt x="1295" y="8416"/>
                  </a:lnTo>
                  <a:lnTo>
                    <a:pt x="6475" y="8416"/>
                  </a:lnTo>
                  <a:lnTo>
                    <a:pt x="6475" y="1293"/>
                  </a:lnTo>
                  <a:lnTo>
                    <a:pt x="1295" y="1293"/>
                  </a:lnTo>
                  <a:close/>
                  <a:moveTo>
                    <a:pt x="3890" y="8902"/>
                  </a:moveTo>
                  <a:cubicBezTo>
                    <a:pt x="3621" y="8902"/>
                    <a:pt x="3405" y="9120"/>
                    <a:pt x="3405" y="9387"/>
                  </a:cubicBezTo>
                  <a:cubicBezTo>
                    <a:pt x="3405" y="9656"/>
                    <a:pt x="3622" y="9872"/>
                    <a:pt x="3890" y="9872"/>
                  </a:cubicBezTo>
                  <a:cubicBezTo>
                    <a:pt x="4157" y="9872"/>
                    <a:pt x="4375" y="9655"/>
                    <a:pt x="4375" y="9387"/>
                  </a:cubicBezTo>
                  <a:cubicBezTo>
                    <a:pt x="4376" y="9120"/>
                    <a:pt x="4159" y="8902"/>
                    <a:pt x="3890" y="8902"/>
                  </a:cubicBezTo>
                  <a:close/>
                  <a:moveTo>
                    <a:pt x="3413" y="5486"/>
                  </a:moveTo>
                  <a:lnTo>
                    <a:pt x="5026" y="3825"/>
                  </a:lnTo>
                  <a:cubicBezTo>
                    <a:pt x="5205" y="3641"/>
                    <a:pt x="5499" y="3636"/>
                    <a:pt x="5683" y="3815"/>
                  </a:cubicBezTo>
                  <a:lnTo>
                    <a:pt x="5688" y="3820"/>
                  </a:lnTo>
                  <a:cubicBezTo>
                    <a:pt x="5872" y="4005"/>
                    <a:pt x="5874" y="4303"/>
                    <a:pt x="5692" y="4491"/>
                  </a:cubicBezTo>
                  <a:lnTo>
                    <a:pt x="3769" y="6472"/>
                  </a:lnTo>
                  <a:cubicBezTo>
                    <a:pt x="3730" y="6511"/>
                    <a:pt x="3685" y="6543"/>
                    <a:pt x="3636" y="6567"/>
                  </a:cubicBezTo>
                  <a:cubicBezTo>
                    <a:pt x="3453" y="6665"/>
                    <a:pt x="3228" y="6631"/>
                    <a:pt x="3081" y="6485"/>
                  </a:cubicBezTo>
                  <a:lnTo>
                    <a:pt x="2081" y="5486"/>
                  </a:lnTo>
                  <a:cubicBezTo>
                    <a:pt x="1904" y="5296"/>
                    <a:pt x="1913" y="4997"/>
                    <a:pt x="2103" y="4820"/>
                  </a:cubicBezTo>
                  <a:cubicBezTo>
                    <a:pt x="2284" y="4650"/>
                    <a:pt x="2566" y="4650"/>
                    <a:pt x="2748" y="4820"/>
                  </a:cubicBezTo>
                  <a:lnTo>
                    <a:pt x="3413" y="548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60016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813529" y="6301982"/>
              <a:ext cx="165493" cy="165303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61650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215173" y="6316404"/>
              <a:ext cx="165493" cy="136459"/>
            </a:xfrm>
            <a:custGeom>
              <a:avLst/>
              <a:gdLst>
                <a:gd name="connsiteX0" fmla="*/ 435416 w 609586"/>
                <a:gd name="connsiteY0" fmla="*/ 80352 h 502648"/>
                <a:gd name="connsiteX1" fmla="*/ 551577 w 609586"/>
                <a:gd name="connsiteY1" fmla="*/ 190215 h 502648"/>
                <a:gd name="connsiteX2" fmla="*/ 551577 w 609586"/>
                <a:gd name="connsiteY2" fmla="*/ 217693 h 502648"/>
                <a:gd name="connsiteX3" fmla="*/ 496140 w 609586"/>
                <a:gd name="connsiteY3" fmla="*/ 310936 h 502648"/>
                <a:gd name="connsiteX4" fmla="*/ 609586 w 609586"/>
                <a:gd name="connsiteY4" fmla="*/ 437323 h 502648"/>
                <a:gd name="connsiteX5" fmla="*/ 580534 w 609586"/>
                <a:gd name="connsiteY5" fmla="*/ 464753 h 502648"/>
                <a:gd name="connsiteX6" fmla="*/ 504951 w 609586"/>
                <a:gd name="connsiteY6" fmla="*/ 464753 h 502648"/>
                <a:gd name="connsiteX7" fmla="*/ 373787 w 609586"/>
                <a:gd name="connsiteY7" fmla="*/ 301459 h 502648"/>
                <a:gd name="connsiteX8" fmla="*/ 426510 w 609586"/>
                <a:gd name="connsiteY8" fmla="*/ 179500 h 502648"/>
                <a:gd name="connsiteX9" fmla="*/ 426510 w 609586"/>
                <a:gd name="connsiteY9" fmla="*/ 143641 h 502648"/>
                <a:gd name="connsiteX10" fmla="*/ 412126 w 609586"/>
                <a:gd name="connsiteY10" fmla="*/ 82543 h 502648"/>
                <a:gd name="connsiteX11" fmla="*/ 435416 w 609586"/>
                <a:gd name="connsiteY11" fmla="*/ 80352 h 502648"/>
                <a:gd name="connsiteX12" fmla="*/ 227788 w 609586"/>
                <a:gd name="connsiteY12" fmla="*/ 0 h 502648"/>
                <a:gd name="connsiteX13" fmla="*/ 379662 w 609586"/>
                <a:gd name="connsiteY13" fmla="*/ 143662 h 502648"/>
                <a:gd name="connsiteX14" fmla="*/ 379662 w 609586"/>
                <a:gd name="connsiteY14" fmla="*/ 179565 h 502648"/>
                <a:gd name="connsiteX15" fmla="*/ 307225 w 609586"/>
                <a:gd name="connsiteY15" fmla="*/ 301465 h 502648"/>
                <a:gd name="connsiteX16" fmla="*/ 455528 w 609586"/>
                <a:gd name="connsiteY16" fmla="*/ 466745 h 502648"/>
                <a:gd name="connsiteX17" fmla="*/ 417524 w 609586"/>
                <a:gd name="connsiteY17" fmla="*/ 502648 h 502648"/>
                <a:gd name="connsiteX18" fmla="*/ 38004 w 609586"/>
                <a:gd name="connsiteY18" fmla="*/ 502648 h 502648"/>
                <a:gd name="connsiteX19" fmla="*/ 0 w 609586"/>
                <a:gd name="connsiteY19" fmla="*/ 466745 h 502648"/>
                <a:gd name="connsiteX20" fmla="*/ 148350 w 609586"/>
                <a:gd name="connsiteY20" fmla="*/ 301465 h 502648"/>
                <a:gd name="connsiteX21" fmla="*/ 75913 w 609586"/>
                <a:gd name="connsiteY21" fmla="*/ 179565 h 502648"/>
                <a:gd name="connsiteX22" fmla="*/ 75913 w 609586"/>
                <a:gd name="connsiteY22" fmla="*/ 143662 h 502648"/>
                <a:gd name="connsiteX23" fmla="*/ 227788 w 609586"/>
                <a:gd name="connsiteY23" fmla="*/ 0 h 50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586" h="502648">
                  <a:moveTo>
                    <a:pt x="435416" y="80352"/>
                  </a:moveTo>
                  <a:cubicBezTo>
                    <a:pt x="499521" y="80352"/>
                    <a:pt x="551577" y="129545"/>
                    <a:pt x="551577" y="190215"/>
                  </a:cubicBezTo>
                  <a:lnTo>
                    <a:pt x="551577" y="217693"/>
                  </a:lnTo>
                  <a:cubicBezTo>
                    <a:pt x="551577" y="257219"/>
                    <a:pt x="529288" y="291601"/>
                    <a:pt x="496140" y="310936"/>
                  </a:cubicBezTo>
                  <a:cubicBezTo>
                    <a:pt x="553434" y="331175"/>
                    <a:pt x="609586" y="382416"/>
                    <a:pt x="609586" y="437323"/>
                  </a:cubicBezTo>
                  <a:cubicBezTo>
                    <a:pt x="609586" y="452467"/>
                    <a:pt x="596584" y="464753"/>
                    <a:pt x="580534" y="464753"/>
                  </a:cubicBezTo>
                  <a:lnTo>
                    <a:pt x="504951" y="464753"/>
                  </a:lnTo>
                  <a:cubicBezTo>
                    <a:pt x="503855" y="393607"/>
                    <a:pt x="444465" y="318793"/>
                    <a:pt x="373787" y="301459"/>
                  </a:cubicBezTo>
                  <a:cubicBezTo>
                    <a:pt x="411936" y="270457"/>
                    <a:pt x="426510" y="231217"/>
                    <a:pt x="426510" y="179500"/>
                  </a:cubicBezTo>
                  <a:lnTo>
                    <a:pt x="426510" y="143641"/>
                  </a:lnTo>
                  <a:cubicBezTo>
                    <a:pt x="426510" y="121783"/>
                    <a:pt x="421318" y="101068"/>
                    <a:pt x="412126" y="82543"/>
                  </a:cubicBezTo>
                  <a:cubicBezTo>
                    <a:pt x="419651" y="81114"/>
                    <a:pt x="427415" y="80352"/>
                    <a:pt x="435416" y="80352"/>
                  </a:cubicBezTo>
                  <a:close/>
                  <a:moveTo>
                    <a:pt x="227788" y="0"/>
                  </a:moveTo>
                  <a:cubicBezTo>
                    <a:pt x="311607" y="0"/>
                    <a:pt x="379662" y="64378"/>
                    <a:pt x="379662" y="143662"/>
                  </a:cubicBezTo>
                  <a:lnTo>
                    <a:pt x="379662" y="179565"/>
                  </a:lnTo>
                  <a:cubicBezTo>
                    <a:pt x="379662" y="231230"/>
                    <a:pt x="350516" y="276180"/>
                    <a:pt x="307225" y="301465"/>
                  </a:cubicBezTo>
                  <a:cubicBezTo>
                    <a:pt x="382186" y="327940"/>
                    <a:pt x="455528" y="394986"/>
                    <a:pt x="455528" y="466745"/>
                  </a:cubicBezTo>
                  <a:cubicBezTo>
                    <a:pt x="455528" y="486554"/>
                    <a:pt x="438574" y="502648"/>
                    <a:pt x="417524" y="502648"/>
                  </a:cubicBezTo>
                  <a:lnTo>
                    <a:pt x="38004" y="502648"/>
                  </a:lnTo>
                  <a:cubicBezTo>
                    <a:pt x="16954" y="502648"/>
                    <a:pt x="0" y="486554"/>
                    <a:pt x="0" y="466745"/>
                  </a:cubicBezTo>
                  <a:cubicBezTo>
                    <a:pt x="0" y="394986"/>
                    <a:pt x="73389" y="327940"/>
                    <a:pt x="148350" y="301465"/>
                  </a:cubicBezTo>
                  <a:cubicBezTo>
                    <a:pt x="105012" y="276180"/>
                    <a:pt x="75913" y="231230"/>
                    <a:pt x="75913" y="179565"/>
                  </a:cubicBezTo>
                  <a:lnTo>
                    <a:pt x="75913" y="143662"/>
                  </a:lnTo>
                  <a:cubicBezTo>
                    <a:pt x="75913" y="64378"/>
                    <a:pt x="143969" y="0"/>
                    <a:pt x="22778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563283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634333" y="6301888"/>
              <a:ext cx="130437" cy="165492"/>
            </a:xfrm>
            <a:custGeom>
              <a:avLst/>
              <a:gdLst>
                <a:gd name="T0" fmla="*/ 3166 w 6332"/>
                <a:gd name="T1" fmla="*/ 0 h 8034"/>
                <a:gd name="T2" fmla="*/ 0 w 6332"/>
                <a:gd name="T3" fmla="*/ 3166 h 8034"/>
                <a:gd name="T4" fmla="*/ 2481 w 6332"/>
                <a:gd name="T5" fmla="*/ 7590 h 8034"/>
                <a:gd name="T6" fmla="*/ 3853 w 6332"/>
                <a:gd name="T7" fmla="*/ 7588 h 8034"/>
                <a:gd name="T8" fmla="*/ 6332 w 6332"/>
                <a:gd name="T9" fmla="*/ 3166 h 8034"/>
                <a:gd name="T10" fmla="*/ 3166 w 6332"/>
                <a:gd name="T11" fmla="*/ 0 h 8034"/>
                <a:gd name="T12" fmla="*/ 3166 w 6332"/>
                <a:gd name="T13" fmla="*/ 0 h 8034"/>
                <a:gd name="T14" fmla="*/ 3166 w 6332"/>
                <a:gd name="T15" fmla="*/ 0 h 8034"/>
                <a:gd name="T16" fmla="*/ 3166 w 6332"/>
                <a:gd name="T17" fmla="*/ 0 h 8034"/>
                <a:gd name="T18" fmla="*/ 3166 w 6332"/>
                <a:gd name="T19" fmla="*/ 4529 h 8034"/>
                <a:gd name="T20" fmla="*/ 1702 w 6332"/>
                <a:gd name="T21" fmla="*/ 3065 h 8034"/>
                <a:gd name="T22" fmla="*/ 3166 w 6332"/>
                <a:gd name="T23" fmla="*/ 1600 h 8034"/>
                <a:gd name="T24" fmla="*/ 4630 w 6332"/>
                <a:gd name="T25" fmla="*/ 3065 h 8034"/>
                <a:gd name="T26" fmla="*/ 3166 w 6332"/>
                <a:gd name="T27" fmla="*/ 4529 h 8034"/>
                <a:gd name="T28" fmla="*/ 3166 w 6332"/>
                <a:gd name="T29" fmla="*/ 4529 h 8034"/>
                <a:gd name="T30" fmla="*/ 3166 w 6332"/>
                <a:gd name="T31" fmla="*/ 4529 h 8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2" h="8034">
                  <a:moveTo>
                    <a:pt x="3166" y="0"/>
                  </a:moveTo>
                  <a:cubicBezTo>
                    <a:pt x="1418" y="0"/>
                    <a:pt x="0" y="1418"/>
                    <a:pt x="0" y="3166"/>
                  </a:cubicBezTo>
                  <a:cubicBezTo>
                    <a:pt x="0" y="4914"/>
                    <a:pt x="2481" y="7590"/>
                    <a:pt x="2481" y="7590"/>
                  </a:cubicBezTo>
                  <a:cubicBezTo>
                    <a:pt x="2859" y="8031"/>
                    <a:pt x="3478" y="8034"/>
                    <a:pt x="3853" y="7588"/>
                  </a:cubicBezTo>
                  <a:cubicBezTo>
                    <a:pt x="3853" y="7588"/>
                    <a:pt x="6332" y="4914"/>
                    <a:pt x="6332" y="3166"/>
                  </a:cubicBezTo>
                  <a:cubicBezTo>
                    <a:pt x="6332" y="1418"/>
                    <a:pt x="4914" y="0"/>
                    <a:pt x="3166" y="0"/>
                  </a:cubicBezTo>
                  <a:lnTo>
                    <a:pt x="3166" y="0"/>
                  </a:lnTo>
                  <a:lnTo>
                    <a:pt x="3166" y="0"/>
                  </a:lnTo>
                  <a:lnTo>
                    <a:pt x="3166" y="0"/>
                  </a:lnTo>
                  <a:close/>
                  <a:moveTo>
                    <a:pt x="3166" y="4529"/>
                  </a:moveTo>
                  <a:cubicBezTo>
                    <a:pt x="2357" y="4529"/>
                    <a:pt x="1702" y="3874"/>
                    <a:pt x="1702" y="3065"/>
                  </a:cubicBezTo>
                  <a:cubicBezTo>
                    <a:pt x="1702" y="2256"/>
                    <a:pt x="2357" y="1600"/>
                    <a:pt x="3166" y="1600"/>
                  </a:cubicBezTo>
                  <a:cubicBezTo>
                    <a:pt x="3975" y="1600"/>
                    <a:pt x="4630" y="2256"/>
                    <a:pt x="4630" y="3065"/>
                  </a:cubicBezTo>
                  <a:cubicBezTo>
                    <a:pt x="4630" y="3874"/>
                    <a:pt x="3975" y="4529"/>
                    <a:pt x="3166" y="4529"/>
                  </a:cubicBezTo>
                  <a:lnTo>
                    <a:pt x="3166" y="4529"/>
                  </a:lnTo>
                  <a:close/>
                  <a:moveTo>
                    <a:pt x="3166" y="4529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9" name="任意多边形: 形状 28"/>
          <p:cNvSpPr/>
          <p:nvPr/>
        </p:nvSpPr>
        <p:spPr>
          <a:xfrm>
            <a:off x="206915" y="5914097"/>
            <a:ext cx="6190255" cy="165449"/>
          </a:xfrm>
          <a:custGeom>
            <a:avLst/>
            <a:gdLst>
              <a:gd name="connsiteX0" fmla="*/ 8653366 w 12191779"/>
              <a:gd name="connsiteY0" fmla="*/ 4706 h 325854"/>
              <a:gd name="connsiteX1" fmla="*/ 10239238 w 12191779"/>
              <a:gd name="connsiteY1" fmla="*/ 19889 h 325854"/>
              <a:gd name="connsiteX2" fmla="*/ 11144148 w 12191779"/>
              <a:gd name="connsiteY2" fmla="*/ 28999 h 325854"/>
              <a:gd name="connsiteX3" fmla="*/ 11559405 w 12191779"/>
              <a:gd name="connsiteY3" fmla="*/ 44941 h 325854"/>
              <a:gd name="connsiteX4" fmla="*/ 12191779 w 12191779"/>
              <a:gd name="connsiteY4" fmla="*/ 135280 h 325854"/>
              <a:gd name="connsiteX5" fmla="*/ 12191020 w 12191779"/>
              <a:gd name="connsiteY5" fmla="*/ 148186 h 325854"/>
              <a:gd name="connsiteX6" fmla="*/ 11678592 w 12191779"/>
              <a:gd name="connsiteY6" fmla="*/ 255227 h 325854"/>
              <a:gd name="connsiteX7" fmla="*/ 11397705 w 12191779"/>
              <a:gd name="connsiteY7" fmla="*/ 270410 h 325854"/>
              <a:gd name="connsiteX8" fmla="*/ 11144908 w 12191779"/>
              <a:gd name="connsiteY8" fmla="*/ 285593 h 325854"/>
              <a:gd name="connsiteX9" fmla="*/ 10536825 w 12191779"/>
              <a:gd name="connsiteY9" fmla="*/ 296221 h 325854"/>
              <a:gd name="connsiteX10" fmla="*/ 10210389 w 12191779"/>
              <a:gd name="connsiteY10" fmla="*/ 307608 h 325854"/>
              <a:gd name="connsiteX11" fmla="*/ 8209262 w 12191779"/>
              <a:gd name="connsiteY11" fmla="*/ 311404 h 325854"/>
              <a:gd name="connsiteX12" fmla="*/ 7482753 w 12191779"/>
              <a:gd name="connsiteY12" fmla="*/ 324310 h 325854"/>
              <a:gd name="connsiteX13" fmla="*/ 7273986 w 12191779"/>
              <a:gd name="connsiteY13" fmla="*/ 321273 h 325854"/>
              <a:gd name="connsiteX14" fmla="*/ 7138856 w 12191779"/>
              <a:gd name="connsiteY14" fmla="*/ 313682 h 325854"/>
              <a:gd name="connsiteX15" fmla="*/ 6933126 w 12191779"/>
              <a:gd name="connsiteY15" fmla="*/ 325069 h 325854"/>
              <a:gd name="connsiteX16" fmla="*/ 5079274 w 12191779"/>
              <a:gd name="connsiteY16" fmla="*/ 323551 h 325854"/>
              <a:gd name="connsiteX17" fmla="*/ 4768021 w 12191779"/>
              <a:gd name="connsiteY17" fmla="*/ 310645 h 325854"/>
              <a:gd name="connsiteX18" fmla="*/ 4531165 w 12191779"/>
              <a:gd name="connsiteY18" fmla="*/ 322032 h 325854"/>
              <a:gd name="connsiteX19" fmla="*/ 4311770 w 12191779"/>
              <a:gd name="connsiteY19" fmla="*/ 311404 h 325854"/>
              <a:gd name="connsiteX20" fmla="*/ 3526046 w 12191779"/>
              <a:gd name="connsiteY20" fmla="*/ 315959 h 325854"/>
              <a:gd name="connsiteX21" fmla="*/ 2959718 w 12191779"/>
              <a:gd name="connsiteY21" fmla="*/ 321273 h 325854"/>
              <a:gd name="connsiteX22" fmla="*/ 2262815 w 12191779"/>
              <a:gd name="connsiteY22" fmla="*/ 306090 h 325854"/>
              <a:gd name="connsiteX23" fmla="*/ 1981928 w 12191779"/>
              <a:gd name="connsiteY23" fmla="*/ 306090 h 325854"/>
              <a:gd name="connsiteX24" fmla="*/ 1789104 w 12191779"/>
              <a:gd name="connsiteY24" fmla="*/ 307608 h 325854"/>
              <a:gd name="connsiteX25" fmla="*/ 1414841 w 12191779"/>
              <a:gd name="connsiteY25" fmla="*/ 297739 h 325854"/>
              <a:gd name="connsiteX26" fmla="*/ 1107384 w 12191779"/>
              <a:gd name="connsiteY26" fmla="*/ 287870 h 325854"/>
              <a:gd name="connsiteX27" fmla="*/ 840921 w 12191779"/>
              <a:gd name="connsiteY27" fmla="*/ 278001 h 325854"/>
              <a:gd name="connsiteX28" fmla="*/ 573699 w 12191779"/>
              <a:gd name="connsiteY28" fmla="*/ 262059 h 325854"/>
              <a:gd name="connsiteX29" fmla="*/ 10408 w 12191779"/>
              <a:gd name="connsiteY29" fmla="*/ 171720 h 325854"/>
              <a:gd name="connsiteX30" fmla="*/ 36219 w 12191779"/>
              <a:gd name="connsiteY30" fmla="*/ 126171 h 325854"/>
              <a:gd name="connsiteX31" fmla="*/ 500821 w 12191779"/>
              <a:gd name="connsiteY31" fmla="*/ 60883 h 325854"/>
              <a:gd name="connsiteX32" fmla="*/ 842440 w 12191779"/>
              <a:gd name="connsiteY32" fmla="*/ 43423 h 325854"/>
              <a:gd name="connsiteX33" fmla="*/ 1266806 w 12191779"/>
              <a:gd name="connsiteY33" fmla="*/ 19889 h 325854"/>
              <a:gd name="connsiteX34" fmla="*/ 1628163 w 12191779"/>
              <a:gd name="connsiteY34" fmla="*/ 3188 h 325854"/>
              <a:gd name="connsiteX35" fmla="*/ 2105671 w 12191779"/>
              <a:gd name="connsiteY35" fmla="*/ 3188 h 325854"/>
              <a:gd name="connsiteX36" fmla="*/ 8653366 w 12191779"/>
              <a:gd name="connsiteY36" fmla="*/ 4706 h 3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191779" h="325854">
                <a:moveTo>
                  <a:pt x="8653366" y="4706"/>
                </a:moveTo>
                <a:cubicBezTo>
                  <a:pt x="9181737" y="5465"/>
                  <a:pt x="9710867" y="-2126"/>
                  <a:pt x="10239238" y="19889"/>
                </a:cubicBezTo>
                <a:cubicBezTo>
                  <a:pt x="10540621" y="19130"/>
                  <a:pt x="10842005" y="29758"/>
                  <a:pt x="11144148" y="28999"/>
                </a:cubicBezTo>
                <a:cubicBezTo>
                  <a:pt x="11283073" y="25962"/>
                  <a:pt x="11420480" y="48737"/>
                  <a:pt x="11559405" y="44941"/>
                </a:cubicBezTo>
                <a:cubicBezTo>
                  <a:pt x="11771209" y="64679"/>
                  <a:pt x="11987568" y="69993"/>
                  <a:pt x="12191779" y="135280"/>
                </a:cubicBezTo>
                <a:cubicBezTo>
                  <a:pt x="12191779" y="138317"/>
                  <a:pt x="12191020" y="145149"/>
                  <a:pt x="12191020" y="148186"/>
                </a:cubicBezTo>
                <a:cubicBezTo>
                  <a:pt x="12031598" y="225620"/>
                  <a:pt x="11851679" y="238525"/>
                  <a:pt x="11678592" y="255227"/>
                </a:cubicBezTo>
                <a:cubicBezTo>
                  <a:pt x="11584457" y="249153"/>
                  <a:pt x="11491840" y="277242"/>
                  <a:pt x="11397705" y="270410"/>
                </a:cubicBezTo>
                <a:cubicBezTo>
                  <a:pt x="11312680" y="265096"/>
                  <a:pt x="11229932" y="288629"/>
                  <a:pt x="11144908" y="285593"/>
                </a:cubicBezTo>
                <a:cubicBezTo>
                  <a:pt x="10942213" y="283315"/>
                  <a:pt x="10739520" y="298498"/>
                  <a:pt x="10536825" y="296221"/>
                </a:cubicBezTo>
                <a:cubicBezTo>
                  <a:pt x="10428267" y="295462"/>
                  <a:pt x="10318949" y="296221"/>
                  <a:pt x="10210389" y="307608"/>
                </a:cubicBezTo>
                <a:cubicBezTo>
                  <a:pt x="9543853" y="309886"/>
                  <a:pt x="8876558" y="310645"/>
                  <a:pt x="8209262" y="311404"/>
                </a:cubicBezTo>
                <a:cubicBezTo>
                  <a:pt x="7967092" y="315959"/>
                  <a:pt x="7724163" y="299258"/>
                  <a:pt x="7482753" y="324310"/>
                </a:cubicBezTo>
                <a:cubicBezTo>
                  <a:pt x="7412911" y="331901"/>
                  <a:pt x="7343827" y="308367"/>
                  <a:pt x="7273986" y="321273"/>
                </a:cubicBezTo>
                <a:cubicBezTo>
                  <a:pt x="7228436" y="328865"/>
                  <a:pt x="7184405" y="311404"/>
                  <a:pt x="7138856" y="313682"/>
                </a:cubicBezTo>
                <a:cubicBezTo>
                  <a:pt x="7069773" y="309127"/>
                  <a:pt x="7001449" y="326587"/>
                  <a:pt x="6933126" y="325069"/>
                </a:cubicBezTo>
                <a:cubicBezTo>
                  <a:pt x="6315175" y="323551"/>
                  <a:pt x="5697224" y="325069"/>
                  <a:pt x="5079274" y="323551"/>
                </a:cubicBezTo>
                <a:cubicBezTo>
                  <a:pt x="4976788" y="303053"/>
                  <a:pt x="4872025" y="312922"/>
                  <a:pt x="4768021" y="310645"/>
                </a:cubicBezTo>
                <a:cubicBezTo>
                  <a:pt x="4689069" y="309886"/>
                  <a:pt x="4609358" y="308367"/>
                  <a:pt x="4531165" y="322032"/>
                </a:cubicBezTo>
                <a:cubicBezTo>
                  <a:pt x="4457527" y="334179"/>
                  <a:pt x="4385408" y="309127"/>
                  <a:pt x="4311770" y="311404"/>
                </a:cubicBezTo>
                <a:cubicBezTo>
                  <a:pt x="4049862" y="311404"/>
                  <a:pt x="3787954" y="314441"/>
                  <a:pt x="3526046" y="315959"/>
                </a:cubicBezTo>
                <a:cubicBezTo>
                  <a:pt x="3337017" y="308367"/>
                  <a:pt x="3147988" y="309886"/>
                  <a:pt x="2959718" y="321273"/>
                </a:cubicBezTo>
                <a:cubicBezTo>
                  <a:pt x="2728176" y="298498"/>
                  <a:pt x="2495116" y="318236"/>
                  <a:pt x="2262815" y="306090"/>
                </a:cubicBezTo>
                <a:cubicBezTo>
                  <a:pt x="2169439" y="288629"/>
                  <a:pt x="2075304" y="317477"/>
                  <a:pt x="1981928" y="306090"/>
                </a:cubicBezTo>
                <a:cubicBezTo>
                  <a:pt x="1917400" y="298498"/>
                  <a:pt x="1852872" y="313682"/>
                  <a:pt x="1789104" y="307608"/>
                </a:cubicBezTo>
                <a:cubicBezTo>
                  <a:pt x="1664602" y="297739"/>
                  <a:pt x="1539342" y="306849"/>
                  <a:pt x="1414841" y="297739"/>
                </a:cubicBezTo>
                <a:cubicBezTo>
                  <a:pt x="1312355" y="294703"/>
                  <a:pt x="1209870" y="285593"/>
                  <a:pt x="1107384" y="287870"/>
                </a:cubicBezTo>
                <a:cubicBezTo>
                  <a:pt x="1018563" y="284834"/>
                  <a:pt x="928983" y="290907"/>
                  <a:pt x="840921" y="278001"/>
                </a:cubicBezTo>
                <a:cubicBezTo>
                  <a:pt x="752100" y="266614"/>
                  <a:pt x="661761" y="280279"/>
                  <a:pt x="573699" y="262059"/>
                </a:cubicBezTo>
                <a:cubicBezTo>
                  <a:pt x="384670" y="247635"/>
                  <a:pt x="187290" y="249153"/>
                  <a:pt x="10408" y="171720"/>
                </a:cubicBezTo>
                <a:cubicBezTo>
                  <a:pt x="-17681" y="156537"/>
                  <a:pt x="17999" y="130726"/>
                  <a:pt x="36219" y="126171"/>
                </a:cubicBezTo>
                <a:cubicBezTo>
                  <a:pt x="187290" y="82899"/>
                  <a:pt x="345194" y="77585"/>
                  <a:pt x="500821" y="60883"/>
                </a:cubicBezTo>
                <a:cubicBezTo>
                  <a:pt x="615453" y="61643"/>
                  <a:pt x="728567" y="41905"/>
                  <a:pt x="842440" y="43423"/>
                </a:cubicBezTo>
                <a:cubicBezTo>
                  <a:pt x="982883" y="20648"/>
                  <a:pt x="1126363" y="38109"/>
                  <a:pt x="1266806" y="19889"/>
                </a:cubicBezTo>
                <a:cubicBezTo>
                  <a:pt x="1386752" y="9261"/>
                  <a:pt x="1508217" y="22926"/>
                  <a:pt x="1628163" y="3188"/>
                </a:cubicBezTo>
                <a:cubicBezTo>
                  <a:pt x="1786826" y="151"/>
                  <a:pt x="1947008" y="-2126"/>
                  <a:pt x="2105671" y="3188"/>
                </a:cubicBezTo>
                <a:lnTo>
                  <a:pt x="8653366" y="4706"/>
                </a:lnTo>
                <a:close/>
              </a:path>
            </a:pathLst>
          </a:custGeom>
          <a:solidFill>
            <a:schemeClr val="accent3"/>
          </a:solidFill>
          <a:ln w="759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86" y="1115069"/>
            <a:ext cx="5091312" cy="5006754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7264400" y="350030"/>
            <a:ext cx="4446078" cy="26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作者介绍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故事剧情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作品主题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阅读感悟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5414022" y="2683075"/>
            <a:ext cx="6777978" cy="2585323"/>
            <a:chOff x="5128665" y="447695"/>
            <a:chExt cx="6111742" cy="2585323"/>
          </a:xfrm>
        </p:grpSpPr>
        <p:sp>
          <p:nvSpPr>
            <p:cNvPr id="36" name="矩形 35"/>
            <p:cNvSpPr/>
            <p:nvPr/>
          </p:nvSpPr>
          <p:spPr>
            <a:xfrm>
              <a:off x="6555718" y="447695"/>
              <a:ext cx="4684689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0"/>
                  </a:gradFill>
                  <a:effectLst/>
                  <a:uLnTx/>
                  <a:uFillTx/>
                  <a:cs typeface="+mn-ea"/>
                  <a:sym typeface="+mn-lt"/>
                </a:rPr>
                <a:t>Part 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0"/>
                  </a:gradFill>
                  <a:effectLst/>
                  <a:uLnTx/>
                  <a:uFillTx/>
                  <a:cs typeface="+mn-ea"/>
                  <a:sym typeface="+mn-lt"/>
                </a:rPr>
                <a:t> My AI Work &amp; Conclusion</a:t>
              </a:r>
            </a:p>
          </p:txBody>
        </p:sp>
        <p:sp>
          <p:nvSpPr>
            <p:cNvPr id="41" name="椭圆 40"/>
            <p:cNvSpPr/>
            <p:nvPr/>
          </p:nvSpPr>
          <p:spPr>
            <a:xfrm>
              <a:off x="5227873" y="705330"/>
              <a:ext cx="1263836" cy="1263835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128665" y="875582"/>
              <a:ext cx="142705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04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8420" y="181841"/>
            <a:ext cx="8835704" cy="713144"/>
            <a:chOff x="4248497" y="4493189"/>
            <a:chExt cx="8835704" cy="713144"/>
          </a:xfrm>
        </p:grpSpPr>
        <p:sp>
          <p:nvSpPr>
            <p:cNvPr id="3" name="椭圆 2"/>
            <p:cNvSpPr/>
            <p:nvPr/>
          </p:nvSpPr>
          <p:spPr>
            <a:xfrm>
              <a:off x="4248497" y="4493189"/>
              <a:ext cx="713144" cy="713144"/>
            </a:xfrm>
            <a:prstGeom prst="ellipse">
              <a:avLst/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0000">
                      <a:srgbClr val="00A2AD"/>
                    </a:gs>
                    <a:gs pos="10000">
                      <a:srgbClr val="0CADBC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5156643" y="4526770"/>
              <a:ext cx="7927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Part 4  My AI Work &amp; Conclusion</a:t>
              </a:r>
            </a:p>
          </p:txBody>
        </p:sp>
        <p:sp>
          <p:nvSpPr>
            <p:cNvPr id="6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4248497" y="4606486"/>
              <a:ext cx="71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04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5184441" y="4975460"/>
              <a:ext cx="2137834" cy="228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AI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作品和总结</a:t>
              </a:r>
            </a:p>
          </p:txBody>
        </p:sp>
      </p:grp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2941573"/>
            <a:ext cx="12192000" cy="1901832"/>
          </a:xfrm>
          <a:prstGeom prst="rect">
            <a:avLst/>
          </a:prstGeom>
          <a:gradFill flip="none"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D5FBAB1-B0A9-7735-16AE-1523BDC6579F}"/>
              </a:ext>
            </a:extLst>
          </p:cNvPr>
          <p:cNvGrpSpPr/>
          <p:nvPr/>
        </p:nvGrpSpPr>
        <p:grpSpPr>
          <a:xfrm>
            <a:off x="1278973" y="886579"/>
            <a:ext cx="9634054" cy="3496432"/>
            <a:chOff x="1278973" y="886579"/>
            <a:chExt cx="9634054" cy="3496432"/>
          </a:xfrm>
        </p:grpSpPr>
        <p:sp>
          <p:nvSpPr>
            <p:cNvPr id="12" name="矩形 11" descr="e7d195523061f1c0dc554706afe4c72a60a25314cbaece805811E654B44695D34D35691164BB3D154CCFD5D798F6FEAD99EAA8F1ADC3D4AFA5BC9ED0BB3A4B45073A038AC38E89AB54D31AA59602B9F12209B776749A2CCA36AD07C888D793A35F9D491ED1216934BB3A67970262DCEF660A8C3A8D1E7FE509DD9C96939D9FB9CDC0D2D415A58769"/>
            <p:cNvSpPr/>
            <p:nvPr/>
          </p:nvSpPr>
          <p:spPr>
            <a:xfrm>
              <a:off x="1278973" y="3077846"/>
              <a:ext cx="9634054" cy="1305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Understanding linguistic power is a prerequisite for reducing economic inequalities — in 313 CE, and today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731818" y="886579"/>
              <a:ext cx="8728364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Conclusion: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Language is not merely a communication tool.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It is the institutional infrastructure for building economic trust.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6AFEA796-2707-6214-19D7-EA144E7D0E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" r="4" b="23267"/>
          <a:stretch>
            <a:fillRect/>
          </a:stretch>
        </p:blipFill>
        <p:spPr>
          <a:xfrm>
            <a:off x="0" y="3678560"/>
            <a:ext cx="12192000" cy="3737742"/>
          </a:xfrm>
          <a:custGeom>
            <a:avLst/>
            <a:gdLst>
              <a:gd name="connsiteX0" fmla="*/ 0 w 12192000"/>
              <a:gd name="connsiteY0" fmla="*/ 0 h 3737742"/>
              <a:gd name="connsiteX1" fmla="*/ 12192000 w 12192000"/>
              <a:gd name="connsiteY1" fmla="*/ 0 h 3737742"/>
              <a:gd name="connsiteX2" fmla="*/ 12192000 w 12192000"/>
              <a:gd name="connsiteY2" fmla="*/ 3737742 h 3737742"/>
              <a:gd name="connsiteX3" fmla="*/ 0 w 12192000"/>
              <a:gd name="connsiteY3" fmla="*/ 3737742 h 3737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37742">
                <a:moveTo>
                  <a:pt x="0" y="0"/>
                </a:moveTo>
                <a:lnTo>
                  <a:pt x="12192000" y="0"/>
                </a:lnTo>
                <a:lnTo>
                  <a:pt x="12192000" y="3737742"/>
                </a:lnTo>
                <a:lnTo>
                  <a:pt x="0" y="3737742"/>
                </a:ln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A0809720-CA7A-6EEC-C56E-A7BD0E0BA85F}"/>
              </a:ext>
            </a:extLst>
          </p:cNvPr>
          <p:cNvSpPr/>
          <p:nvPr/>
        </p:nvSpPr>
        <p:spPr>
          <a:xfrm flipH="1">
            <a:off x="4" y="581480"/>
            <a:ext cx="12191996" cy="6276521"/>
          </a:xfrm>
          <a:custGeom>
            <a:avLst/>
            <a:gdLst>
              <a:gd name="connsiteX0" fmla="*/ 12191996 w 12191996"/>
              <a:gd name="connsiteY0" fmla="*/ 0 h 6276521"/>
              <a:gd name="connsiteX1" fmla="*/ 12140510 w 12191996"/>
              <a:gd name="connsiteY1" fmla="*/ 0 h 6276521"/>
              <a:gd name="connsiteX2" fmla="*/ 12110777 w 12191996"/>
              <a:gd name="connsiteY2" fmla="*/ 49637 h 6276521"/>
              <a:gd name="connsiteX3" fmla="*/ 4805856 w 12191996"/>
              <a:gd name="connsiteY3" fmla="*/ 5894967 h 6276521"/>
              <a:gd name="connsiteX4" fmla="*/ 170475 w 12191996"/>
              <a:gd name="connsiteY4" fmla="*/ 5648914 h 6276521"/>
              <a:gd name="connsiteX5" fmla="*/ 0 w 12191996"/>
              <a:gd name="connsiteY5" fmla="*/ 5587978 h 6276521"/>
              <a:gd name="connsiteX6" fmla="*/ 0 w 12191996"/>
              <a:gd name="connsiteY6" fmla="*/ 6276521 h 6276521"/>
              <a:gd name="connsiteX7" fmla="*/ 12191996 w 12191996"/>
              <a:gd name="connsiteY7" fmla="*/ 6276521 h 627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276521">
                <a:moveTo>
                  <a:pt x="12191996" y="0"/>
                </a:moveTo>
                <a:lnTo>
                  <a:pt x="12140510" y="0"/>
                </a:lnTo>
                <a:lnTo>
                  <a:pt x="12110777" y="49637"/>
                </a:lnTo>
                <a:cubicBezTo>
                  <a:pt x="11080602" y="1676396"/>
                  <a:pt x="7181983" y="5234627"/>
                  <a:pt x="4805856" y="5894967"/>
                </a:cubicBezTo>
                <a:cubicBezTo>
                  <a:pt x="3426169" y="6278391"/>
                  <a:pt x="1663291" y="6133802"/>
                  <a:pt x="170475" y="5648914"/>
                </a:cubicBezTo>
                <a:lnTo>
                  <a:pt x="0" y="5587978"/>
                </a:lnTo>
                <a:lnTo>
                  <a:pt x="0" y="6276521"/>
                </a:lnTo>
                <a:lnTo>
                  <a:pt x="12191996" y="6276521"/>
                </a:lnTo>
                <a:close/>
              </a:path>
            </a:pathLst>
          </a:custGeom>
          <a:gradFill flip="none" rotWithShape="0">
            <a:gsLst>
              <a:gs pos="0">
                <a:schemeClr val="accent3"/>
              </a:gs>
              <a:gs pos="98000">
                <a:schemeClr val="accent4"/>
              </a:gs>
            </a:gsLst>
            <a:lin ang="2700000" scaled="0"/>
            <a:tileRect/>
          </a:gradFill>
          <a:ln w="350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6B93D6-E2BE-976B-7073-FDF56E9725D4}"/>
              </a:ext>
            </a:extLst>
          </p:cNvPr>
          <p:cNvSpPr/>
          <p:nvPr/>
        </p:nvSpPr>
        <p:spPr>
          <a:xfrm flipH="1">
            <a:off x="0" y="1721108"/>
            <a:ext cx="12192000" cy="5136893"/>
          </a:xfrm>
          <a:custGeom>
            <a:avLst/>
            <a:gdLst>
              <a:gd name="connsiteX0" fmla="*/ 12192000 w 12192000"/>
              <a:gd name="connsiteY0" fmla="*/ 0 h 5136893"/>
              <a:gd name="connsiteX1" fmla="*/ 12121700 w 12192000"/>
              <a:gd name="connsiteY1" fmla="*/ 81868 h 5136893"/>
              <a:gd name="connsiteX2" fmla="*/ 4836239 w 12192000"/>
              <a:gd name="connsiteY2" fmla="*/ 4761337 h 5136893"/>
              <a:gd name="connsiteX3" fmla="*/ 18861 w 12192000"/>
              <a:gd name="connsiteY3" fmla="*/ 4817406 h 5136893"/>
              <a:gd name="connsiteX4" fmla="*/ 0 w 12192000"/>
              <a:gd name="connsiteY4" fmla="*/ 4813085 h 5136893"/>
              <a:gd name="connsiteX5" fmla="*/ 0 w 12192000"/>
              <a:gd name="connsiteY5" fmla="*/ 5136893 h 5136893"/>
              <a:gd name="connsiteX6" fmla="*/ 12192000 w 12192000"/>
              <a:gd name="connsiteY6" fmla="*/ 5136893 h 513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6893">
                <a:moveTo>
                  <a:pt x="12192000" y="0"/>
                </a:moveTo>
                <a:lnTo>
                  <a:pt x="12121700" y="81868"/>
                </a:lnTo>
                <a:cubicBezTo>
                  <a:pt x="10796706" y="1572876"/>
                  <a:pt x="7140649" y="4178004"/>
                  <a:pt x="4836239" y="4761337"/>
                </a:cubicBezTo>
                <a:cubicBezTo>
                  <a:pt x="3408991" y="5122627"/>
                  <a:pt x="1573640" y="5130328"/>
                  <a:pt x="18861" y="4817406"/>
                </a:cubicBezTo>
                <a:lnTo>
                  <a:pt x="0" y="4813085"/>
                </a:lnTo>
                <a:lnTo>
                  <a:pt x="0" y="5136893"/>
                </a:lnTo>
                <a:lnTo>
                  <a:pt x="12192000" y="5136893"/>
                </a:lnTo>
                <a:close/>
              </a:path>
            </a:pathLst>
          </a:custGeom>
          <a:gradFill flip="none" rotWithShape="0">
            <a:gsLst>
              <a:gs pos="0">
                <a:schemeClr val="accent1"/>
              </a:gs>
              <a:gs pos="98000">
                <a:schemeClr val="accent2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dist="76200" dir="18900000" algn="bl" rotWithShape="0">
              <a:sysClr val="windowText" lastClr="000000">
                <a:lumMod val="75000"/>
                <a:lumOff val="25000"/>
                <a:alpha val="30000"/>
              </a:sys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3591" y="239847"/>
            <a:ext cx="1582484" cy="3416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8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YOUR LOGO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 hidden="1"/>
          <p:cNvSpPr txBox="1"/>
          <p:nvPr/>
        </p:nvSpPr>
        <p:spPr>
          <a:xfrm>
            <a:off x="10580913" y="-6031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By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noFill/>
                <a:effectLst/>
                <a:uLnTx/>
                <a:uFillTx/>
                <a:cs typeface="+mn-ea"/>
                <a:sym typeface="+mn-lt"/>
              </a:rPr>
              <a:t>Yushen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9090" y="528645"/>
            <a:ext cx="141731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altLang="zh-CN" sz="1000" b="0" i="0" u="none" strike="noStrike" kern="1200" cap="none" spc="0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UNIVERSITY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58382" y="6248365"/>
            <a:ext cx="1477440" cy="272538"/>
            <a:chOff x="358382" y="6248365"/>
            <a:chExt cx="1477440" cy="272538"/>
          </a:xfrm>
        </p:grpSpPr>
        <p:sp>
          <p:nvSpPr>
            <p:cNvPr id="18" name="椭圆 17"/>
            <p:cNvSpPr/>
            <p:nvPr/>
          </p:nvSpPr>
          <p:spPr>
            <a:xfrm>
              <a:off x="358382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32587" y="6301888"/>
              <a:ext cx="124128" cy="165492"/>
            </a:xfrm>
            <a:custGeom>
              <a:avLst/>
              <a:gdLst>
                <a:gd name="T0" fmla="*/ 648 w 7770"/>
                <a:gd name="T1" fmla="*/ 0 h 10360"/>
                <a:gd name="T2" fmla="*/ 7123 w 7770"/>
                <a:gd name="T3" fmla="*/ 0 h 10360"/>
                <a:gd name="T4" fmla="*/ 7770 w 7770"/>
                <a:gd name="T5" fmla="*/ 647 h 10360"/>
                <a:gd name="T6" fmla="*/ 7770 w 7770"/>
                <a:gd name="T7" fmla="*/ 9712 h 10360"/>
                <a:gd name="T8" fmla="*/ 7123 w 7770"/>
                <a:gd name="T9" fmla="*/ 10360 h 10360"/>
                <a:gd name="T10" fmla="*/ 648 w 7770"/>
                <a:gd name="T11" fmla="*/ 10360 h 10360"/>
                <a:gd name="T12" fmla="*/ 0 w 7770"/>
                <a:gd name="T13" fmla="*/ 9712 h 10360"/>
                <a:gd name="T14" fmla="*/ 0 w 7770"/>
                <a:gd name="T15" fmla="*/ 647 h 10360"/>
                <a:gd name="T16" fmla="*/ 648 w 7770"/>
                <a:gd name="T17" fmla="*/ 0 h 10360"/>
                <a:gd name="T18" fmla="*/ 1295 w 7770"/>
                <a:gd name="T19" fmla="*/ 1293 h 10360"/>
                <a:gd name="T20" fmla="*/ 1295 w 7770"/>
                <a:gd name="T21" fmla="*/ 8416 h 10360"/>
                <a:gd name="T22" fmla="*/ 6475 w 7770"/>
                <a:gd name="T23" fmla="*/ 8416 h 10360"/>
                <a:gd name="T24" fmla="*/ 6475 w 7770"/>
                <a:gd name="T25" fmla="*/ 1293 h 10360"/>
                <a:gd name="T26" fmla="*/ 1295 w 7770"/>
                <a:gd name="T27" fmla="*/ 1293 h 10360"/>
                <a:gd name="T28" fmla="*/ 3890 w 7770"/>
                <a:gd name="T29" fmla="*/ 8902 h 10360"/>
                <a:gd name="T30" fmla="*/ 3405 w 7770"/>
                <a:gd name="T31" fmla="*/ 9387 h 10360"/>
                <a:gd name="T32" fmla="*/ 3890 w 7770"/>
                <a:gd name="T33" fmla="*/ 9872 h 10360"/>
                <a:gd name="T34" fmla="*/ 4375 w 7770"/>
                <a:gd name="T35" fmla="*/ 9387 h 10360"/>
                <a:gd name="T36" fmla="*/ 3890 w 7770"/>
                <a:gd name="T37" fmla="*/ 8902 h 10360"/>
                <a:gd name="T38" fmla="*/ 3413 w 7770"/>
                <a:gd name="T39" fmla="*/ 5486 h 10360"/>
                <a:gd name="T40" fmla="*/ 5026 w 7770"/>
                <a:gd name="T41" fmla="*/ 3825 h 10360"/>
                <a:gd name="T42" fmla="*/ 5683 w 7770"/>
                <a:gd name="T43" fmla="*/ 3815 h 10360"/>
                <a:gd name="T44" fmla="*/ 5688 w 7770"/>
                <a:gd name="T45" fmla="*/ 3820 h 10360"/>
                <a:gd name="T46" fmla="*/ 5692 w 7770"/>
                <a:gd name="T47" fmla="*/ 4491 h 10360"/>
                <a:gd name="T48" fmla="*/ 3769 w 7770"/>
                <a:gd name="T49" fmla="*/ 6472 h 10360"/>
                <a:gd name="T50" fmla="*/ 3636 w 7770"/>
                <a:gd name="T51" fmla="*/ 6567 h 10360"/>
                <a:gd name="T52" fmla="*/ 3081 w 7770"/>
                <a:gd name="T53" fmla="*/ 6485 h 10360"/>
                <a:gd name="T54" fmla="*/ 2081 w 7770"/>
                <a:gd name="T55" fmla="*/ 5486 h 10360"/>
                <a:gd name="T56" fmla="*/ 2103 w 7770"/>
                <a:gd name="T57" fmla="*/ 4820 h 10360"/>
                <a:gd name="T58" fmla="*/ 2748 w 7770"/>
                <a:gd name="T59" fmla="*/ 4820 h 10360"/>
                <a:gd name="T60" fmla="*/ 3413 w 7770"/>
                <a:gd name="T61" fmla="*/ 5486 h 10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70" h="10360">
                  <a:moveTo>
                    <a:pt x="648" y="0"/>
                  </a:moveTo>
                  <a:lnTo>
                    <a:pt x="7123" y="0"/>
                  </a:lnTo>
                  <a:cubicBezTo>
                    <a:pt x="7480" y="0"/>
                    <a:pt x="7770" y="290"/>
                    <a:pt x="7770" y="647"/>
                  </a:cubicBezTo>
                  <a:lnTo>
                    <a:pt x="7770" y="9712"/>
                  </a:lnTo>
                  <a:cubicBezTo>
                    <a:pt x="7770" y="10070"/>
                    <a:pt x="7480" y="10360"/>
                    <a:pt x="7123" y="10360"/>
                  </a:cubicBezTo>
                  <a:lnTo>
                    <a:pt x="648" y="10360"/>
                  </a:lnTo>
                  <a:cubicBezTo>
                    <a:pt x="290" y="10360"/>
                    <a:pt x="0" y="10070"/>
                    <a:pt x="0" y="9712"/>
                  </a:cubicBezTo>
                  <a:lnTo>
                    <a:pt x="0" y="647"/>
                  </a:lnTo>
                  <a:cubicBezTo>
                    <a:pt x="0" y="288"/>
                    <a:pt x="290" y="0"/>
                    <a:pt x="648" y="0"/>
                  </a:cubicBezTo>
                  <a:close/>
                  <a:moveTo>
                    <a:pt x="1295" y="1293"/>
                  </a:moveTo>
                  <a:lnTo>
                    <a:pt x="1295" y="8416"/>
                  </a:lnTo>
                  <a:lnTo>
                    <a:pt x="6475" y="8416"/>
                  </a:lnTo>
                  <a:lnTo>
                    <a:pt x="6475" y="1293"/>
                  </a:lnTo>
                  <a:lnTo>
                    <a:pt x="1295" y="1293"/>
                  </a:lnTo>
                  <a:close/>
                  <a:moveTo>
                    <a:pt x="3890" y="8902"/>
                  </a:moveTo>
                  <a:cubicBezTo>
                    <a:pt x="3621" y="8902"/>
                    <a:pt x="3405" y="9120"/>
                    <a:pt x="3405" y="9387"/>
                  </a:cubicBezTo>
                  <a:cubicBezTo>
                    <a:pt x="3405" y="9656"/>
                    <a:pt x="3622" y="9872"/>
                    <a:pt x="3890" y="9872"/>
                  </a:cubicBezTo>
                  <a:cubicBezTo>
                    <a:pt x="4157" y="9872"/>
                    <a:pt x="4375" y="9655"/>
                    <a:pt x="4375" y="9387"/>
                  </a:cubicBezTo>
                  <a:cubicBezTo>
                    <a:pt x="4376" y="9120"/>
                    <a:pt x="4159" y="8902"/>
                    <a:pt x="3890" y="8902"/>
                  </a:cubicBezTo>
                  <a:close/>
                  <a:moveTo>
                    <a:pt x="3413" y="5486"/>
                  </a:moveTo>
                  <a:lnTo>
                    <a:pt x="5026" y="3825"/>
                  </a:lnTo>
                  <a:cubicBezTo>
                    <a:pt x="5205" y="3641"/>
                    <a:pt x="5499" y="3636"/>
                    <a:pt x="5683" y="3815"/>
                  </a:cubicBezTo>
                  <a:lnTo>
                    <a:pt x="5688" y="3820"/>
                  </a:lnTo>
                  <a:cubicBezTo>
                    <a:pt x="5872" y="4005"/>
                    <a:pt x="5874" y="4303"/>
                    <a:pt x="5692" y="4491"/>
                  </a:cubicBezTo>
                  <a:lnTo>
                    <a:pt x="3769" y="6472"/>
                  </a:lnTo>
                  <a:cubicBezTo>
                    <a:pt x="3730" y="6511"/>
                    <a:pt x="3685" y="6543"/>
                    <a:pt x="3636" y="6567"/>
                  </a:cubicBezTo>
                  <a:cubicBezTo>
                    <a:pt x="3453" y="6665"/>
                    <a:pt x="3228" y="6631"/>
                    <a:pt x="3081" y="6485"/>
                  </a:cubicBezTo>
                  <a:lnTo>
                    <a:pt x="2081" y="5486"/>
                  </a:lnTo>
                  <a:cubicBezTo>
                    <a:pt x="1904" y="5296"/>
                    <a:pt x="1913" y="4997"/>
                    <a:pt x="2103" y="4820"/>
                  </a:cubicBezTo>
                  <a:cubicBezTo>
                    <a:pt x="2284" y="4650"/>
                    <a:pt x="2566" y="4650"/>
                    <a:pt x="2748" y="4820"/>
                  </a:cubicBezTo>
                  <a:lnTo>
                    <a:pt x="3413" y="548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60016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813529" y="6301982"/>
              <a:ext cx="165493" cy="165303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61650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215173" y="6316404"/>
              <a:ext cx="165493" cy="136459"/>
            </a:xfrm>
            <a:custGeom>
              <a:avLst/>
              <a:gdLst>
                <a:gd name="connsiteX0" fmla="*/ 435416 w 609586"/>
                <a:gd name="connsiteY0" fmla="*/ 80352 h 502648"/>
                <a:gd name="connsiteX1" fmla="*/ 551577 w 609586"/>
                <a:gd name="connsiteY1" fmla="*/ 190215 h 502648"/>
                <a:gd name="connsiteX2" fmla="*/ 551577 w 609586"/>
                <a:gd name="connsiteY2" fmla="*/ 217693 h 502648"/>
                <a:gd name="connsiteX3" fmla="*/ 496140 w 609586"/>
                <a:gd name="connsiteY3" fmla="*/ 310936 h 502648"/>
                <a:gd name="connsiteX4" fmla="*/ 609586 w 609586"/>
                <a:gd name="connsiteY4" fmla="*/ 437323 h 502648"/>
                <a:gd name="connsiteX5" fmla="*/ 580534 w 609586"/>
                <a:gd name="connsiteY5" fmla="*/ 464753 h 502648"/>
                <a:gd name="connsiteX6" fmla="*/ 504951 w 609586"/>
                <a:gd name="connsiteY6" fmla="*/ 464753 h 502648"/>
                <a:gd name="connsiteX7" fmla="*/ 373787 w 609586"/>
                <a:gd name="connsiteY7" fmla="*/ 301459 h 502648"/>
                <a:gd name="connsiteX8" fmla="*/ 426510 w 609586"/>
                <a:gd name="connsiteY8" fmla="*/ 179500 h 502648"/>
                <a:gd name="connsiteX9" fmla="*/ 426510 w 609586"/>
                <a:gd name="connsiteY9" fmla="*/ 143641 h 502648"/>
                <a:gd name="connsiteX10" fmla="*/ 412126 w 609586"/>
                <a:gd name="connsiteY10" fmla="*/ 82543 h 502648"/>
                <a:gd name="connsiteX11" fmla="*/ 435416 w 609586"/>
                <a:gd name="connsiteY11" fmla="*/ 80352 h 502648"/>
                <a:gd name="connsiteX12" fmla="*/ 227788 w 609586"/>
                <a:gd name="connsiteY12" fmla="*/ 0 h 502648"/>
                <a:gd name="connsiteX13" fmla="*/ 379662 w 609586"/>
                <a:gd name="connsiteY13" fmla="*/ 143662 h 502648"/>
                <a:gd name="connsiteX14" fmla="*/ 379662 w 609586"/>
                <a:gd name="connsiteY14" fmla="*/ 179565 h 502648"/>
                <a:gd name="connsiteX15" fmla="*/ 307225 w 609586"/>
                <a:gd name="connsiteY15" fmla="*/ 301465 h 502648"/>
                <a:gd name="connsiteX16" fmla="*/ 455528 w 609586"/>
                <a:gd name="connsiteY16" fmla="*/ 466745 h 502648"/>
                <a:gd name="connsiteX17" fmla="*/ 417524 w 609586"/>
                <a:gd name="connsiteY17" fmla="*/ 502648 h 502648"/>
                <a:gd name="connsiteX18" fmla="*/ 38004 w 609586"/>
                <a:gd name="connsiteY18" fmla="*/ 502648 h 502648"/>
                <a:gd name="connsiteX19" fmla="*/ 0 w 609586"/>
                <a:gd name="connsiteY19" fmla="*/ 466745 h 502648"/>
                <a:gd name="connsiteX20" fmla="*/ 148350 w 609586"/>
                <a:gd name="connsiteY20" fmla="*/ 301465 h 502648"/>
                <a:gd name="connsiteX21" fmla="*/ 75913 w 609586"/>
                <a:gd name="connsiteY21" fmla="*/ 179565 h 502648"/>
                <a:gd name="connsiteX22" fmla="*/ 75913 w 609586"/>
                <a:gd name="connsiteY22" fmla="*/ 143662 h 502648"/>
                <a:gd name="connsiteX23" fmla="*/ 227788 w 609586"/>
                <a:gd name="connsiteY23" fmla="*/ 0 h 50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586" h="502648">
                  <a:moveTo>
                    <a:pt x="435416" y="80352"/>
                  </a:moveTo>
                  <a:cubicBezTo>
                    <a:pt x="499521" y="80352"/>
                    <a:pt x="551577" y="129545"/>
                    <a:pt x="551577" y="190215"/>
                  </a:cubicBezTo>
                  <a:lnTo>
                    <a:pt x="551577" y="217693"/>
                  </a:lnTo>
                  <a:cubicBezTo>
                    <a:pt x="551577" y="257219"/>
                    <a:pt x="529288" y="291601"/>
                    <a:pt x="496140" y="310936"/>
                  </a:cubicBezTo>
                  <a:cubicBezTo>
                    <a:pt x="553434" y="331175"/>
                    <a:pt x="609586" y="382416"/>
                    <a:pt x="609586" y="437323"/>
                  </a:cubicBezTo>
                  <a:cubicBezTo>
                    <a:pt x="609586" y="452467"/>
                    <a:pt x="596584" y="464753"/>
                    <a:pt x="580534" y="464753"/>
                  </a:cubicBezTo>
                  <a:lnTo>
                    <a:pt x="504951" y="464753"/>
                  </a:lnTo>
                  <a:cubicBezTo>
                    <a:pt x="503855" y="393607"/>
                    <a:pt x="444465" y="318793"/>
                    <a:pt x="373787" y="301459"/>
                  </a:cubicBezTo>
                  <a:cubicBezTo>
                    <a:pt x="411936" y="270457"/>
                    <a:pt x="426510" y="231217"/>
                    <a:pt x="426510" y="179500"/>
                  </a:cubicBezTo>
                  <a:lnTo>
                    <a:pt x="426510" y="143641"/>
                  </a:lnTo>
                  <a:cubicBezTo>
                    <a:pt x="426510" y="121783"/>
                    <a:pt x="421318" y="101068"/>
                    <a:pt x="412126" y="82543"/>
                  </a:cubicBezTo>
                  <a:cubicBezTo>
                    <a:pt x="419651" y="81114"/>
                    <a:pt x="427415" y="80352"/>
                    <a:pt x="435416" y="80352"/>
                  </a:cubicBezTo>
                  <a:close/>
                  <a:moveTo>
                    <a:pt x="227788" y="0"/>
                  </a:moveTo>
                  <a:cubicBezTo>
                    <a:pt x="311607" y="0"/>
                    <a:pt x="379662" y="64378"/>
                    <a:pt x="379662" y="143662"/>
                  </a:cubicBezTo>
                  <a:lnTo>
                    <a:pt x="379662" y="179565"/>
                  </a:lnTo>
                  <a:cubicBezTo>
                    <a:pt x="379662" y="231230"/>
                    <a:pt x="350516" y="276180"/>
                    <a:pt x="307225" y="301465"/>
                  </a:cubicBezTo>
                  <a:cubicBezTo>
                    <a:pt x="382186" y="327940"/>
                    <a:pt x="455528" y="394986"/>
                    <a:pt x="455528" y="466745"/>
                  </a:cubicBezTo>
                  <a:cubicBezTo>
                    <a:pt x="455528" y="486554"/>
                    <a:pt x="438574" y="502648"/>
                    <a:pt x="417524" y="502648"/>
                  </a:cubicBezTo>
                  <a:lnTo>
                    <a:pt x="38004" y="502648"/>
                  </a:lnTo>
                  <a:cubicBezTo>
                    <a:pt x="16954" y="502648"/>
                    <a:pt x="0" y="486554"/>
                    <a:pt x="0" y="466745"/>
                  </a:cubicBezTo>
                  <a:cubicBezTo>
                    <a:pt x="0" y="394986"/>
                    <a:pt x="73389" y="327940"/>
                    <a:pt x="148350" y="301465"/>
                  </a:cubicBezTo>
                  <a:cubicBezTo>
                    <a:pt x="105012" y="276180"/>
                    <a:pt x="75913" y="231230"/>
                    <a:pt x="75913" y="179565"/>
                  </a:cubicBezTo>
                  <a:lnTo>
                    <a:pt x="75913" y="143662"/>
                  </a:lnTo>
                  <a:cubicBezTo>
                    <a:pt x="75913" y="64378"/>
                    <a:pt x="143969" y="0"/>
                    <a:pt x="22778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563283" y="6248365"/>
              <a:ext cx="272539" cy="272538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634333" y="6301888"/>
              <a:ext cx="130437" cy="165492"/>
            </a:xfrm>
            <a:custGeom>
              <a:avLst/>
              <a:gdLst>
                <a:gd name="T0" fmla="*/ 3166 w 6332"/>
                <a:gd name="T1" fmla="*/ 0 h 8034"/>
                <a:gd name="T2" fmla="*/ 0 w 6332"/>
                <a:gd name="T3" fmla="*/ 3166 h 8034"/>
                <a:gd name="T4" fmla="*/ 2481 w 6332"/>
                <a:gd name="T5" fmla="*/ 7590 h 8034"/>
                <a:gd name="T6" fmla="*/ 3853 w 6332"/>
                <a:gd name="T7" fmla="*/ 7588 h 8034"/>
                <a:gd name="T8" fmla="*/ 6332 w 6332"/>
                <a:gd name="T9" fmla="*/ 3166 h 8034"/>
                <a:gd name="T10" fmla="*/ 3166 w 6332"/>
                <a:gd name="T11" fmla="*/ 0 h 8034"/>
                <a:gd name="T12" fmla="*/ 3166 w 6332"/>
                <a:gd name="T13" fmla="*/ 0 h 8034"/>
                <a:gd name="T14" fmla="*/ 3166 w 6332"/>
                <a:gd name="T15" fmla="*/ 0 h 8034"/>
                <a:gd name="T16" fmla="*/ 3166 w 6332"/>
                <a:gd name="T17" fmla="*/ 0 h 8034"/>
                <a:gd name="T18" fmla="*/ 3166 w 6332"/>
                <a:gd name="T19" fmla="*/ 4529 h 8034"/>
                <a:gd name="T20" fmla="*/ 1702 w 6332"/>
                <a:gd name="T21" fmla="*/ 3065 h 8034"/>
                <a:gd name="T22" fmla="*/ 3166 w 6332"/>
                <a:gd name="T23" fmla="*/ 1600 h 8034"/>
                <a:gd name="T24" fmla="*/ 4630 w 6332"/>
                <a:gd name="T25" fmla="*/ 3065 h 8034"/>
                <a:gd name="T26" fmla="*/ 3166 w 6332"/>
                <a:gd name="T27" fmla="*/ 4529 h 8034"/>
                <a:gd name="T28" fmla="*/ 3166 w 6332"/>
                <a:gd name="T29" fmla="*/ 4529 h 8034"/>
                <a:gd name="T30" fmla="*/ 3166 w 6332"/>
                <a:gd name="T31" fmla="*/ 4529 h 8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2" h="8034">
                  <a:moveTo>
                    <a:pt x="3166" y="0"/>
                  </a:moveTo>
                  <a:cubicBezTo>
                    <a:pt x="1418" y="0"/>
                    <a:pt x="0" y="1418"/>
                    <a:pt x="0" y="3166"/>
                  </a:cubicBezTo>
                  <a:cubicBezTo>
                    <a:pt x="0" y="4914"/>
                    <a:pt x="2481" y="7590"/>
                    <a:pt x="2481" y="7590"/>
                  </a:cubicBezTo>
                  <a:cubicBezTo>
                    <a:pt x="2859" y="8031"/>
                    <a:pt x="3478" y="8034"/>
                    <a:pt x="3853" y="7588"/>
                  </a:cubicBezTo>
                  <a:cubicBezTo>
                    <a:pt x="3853" y="7588"/>
                    <a:pt x="6332" y="4914"/>
                    <a:pt x="6332" y="3166"/>
                  </a:cubicBezTo>
                  <a:cubicBezTo>
                    <a:pt x="6332" y="1418"/>
                    <a:pt x="4914" y="0"/>
                    <a:pt x="3166" y="0"/>
                  </a:cubicBezTo>
                  <a:lnTo>
                    <a:pt x="3166" y="0"/>
                  </a:lnTo>
                  <a:lnTo>
                    <a:pt x="3166" y="0"/>
                  </a:lnTo>
                  <a:lnTo>
                    <a:pt x="3166" y="0"/>
                  </a:lnTo>
                  <a:close/>
                  <a:moveTo>
                    <a:pt x="3166" y="4529"/>
                  </a:moveTo>
                  <a:cubicBezTo>
                    <a:pt x="2357" y="4529"/>
                    <a:pt x="1702" y="3874"/>
                    <a:pt x="1702" y="3065"/>
                  </a:cubicBezTo>
                  <a:cubicBezTo>
                    <a:pt x="1702" y="2256"/>
                    <a:pt x="2357" y="1600"/>
                    <a:pt x="3166" y="1600"/>
                  </a:cubicBezTo>
                  <a:cubicBezTo>
                    <a:pt x="3975" y="1600"/>
                    <a:pt x="4630" y="2256"/>
                    <a:pt x="4630" y="3065"/>
                  </a:cubicBezTo>
                  <a:cubicBezTo>
                    <a:pt x="4630" y="3874"/>
                    <a:pt x="3975" y="4529"/>
                    <a:pt x="3166" y="4529"/>
                  </a:cubicBezTo>
                  <a:lnTo>
                    <a:pt x="3166" y="4529"/>
                  </a:lnTo>
                  <a:close/>
                  <a:moveTo>
                    <a:pt x="3166" y="4529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9" name="任意多边形: 形状 28"/>
          <p:cNvSpPr/>
          <p:nvPr/>
        </p:nvSpPr>
        <p:spPr>
          <a:xfrm>
            <a:off x="206915" y="5914097"/>
            <a:ext cx="6190255" cy="165449"/>
          </a:xfrm>
          <a:custGeom>
            <a:avLst/>
            <a:gdLst>
              <a:gd name="connsiteX0" fmla="*/ 8653366 w 12191779"/>
              <a:gd name="connsiteY0" fmla="*/ 4706 h 325854"/>
              <a:gd name="connsiteX1" fmla="*/ 10239238 w 12191779"/>
              <a:gd name="connsiteY1" fmla="*/ 19889 h 325854"/>
              <a:gd name="connsiteX2" fmla="*/ 11144148 w 12191779"/>
              <a:gd name="connsiteY2" fmla="*/ 28999 h 325854"/>
              <a:gd name="connsiteX3" fmla="*/ 11559405 w 12191779"/>
              <a:gd name="connsiteY3" fmla="*/ 44941 h 325854"/>
              <a:gd name="connsiteX4" fmla="*/ 12191779 w 12191779"/>
              <a:gd name="connsiteY4" fmla="*/ 135280 h 325854"/>
              <a:gd name="connsiteX5" fmla="*/ 12191020 w 12191779"/>
              <a:gd name="connsiteY5" fmla="*/ 148186 h 325854"/>
              <a:gd name="connsiteX6" fmla="*/ 11678592 w 12191779"/>
              <a:gd name="connsiteY6" fmla="*/ 255227 h 325854"/>
              <a:gd name="connsiteX7" fmla="*/ 11397705 w 12191779"/>
              <a:gd name="connsiteY7" fmla="*/ 270410 h 325854"/>
              <a:gd name="connsiteX8" fmla="*/ 11144908 w 12191779"/>
              <a:gd name="connsiteY8" fmla="*/ 285593 h 325854"/>
              <a:gd name="connsiteX9" fmla="*/ 10536825 w 12191779"/>
              <a:gd name="connsiteY9" fmla="*/ 296221 h 325854"/>
              <a:gd name="connsiteX10" fmla="*/ 10210389 w 12191779"/>
              <a:gd name="connsiteY10" fmla="*/ 307608 h 325854"/>
              <a:gd name="connsiteX11" fmla="*/ 8209262 w 12191779"/>
              <a:gd name="connsiteY11" fmla="*/ 311404 h 325854"/>
              <a:gd name="connsiteX12" fmla="*/ 7482753 w 12191779"/>
              <a:gd name="connsiteY12" fmla="*/ 324310 h 325854"/>
              <a:gd name="connsiteX13" fmla="*/ 7273986 w 12191779"/>
              <a:gd name="connsiteY13" fmla="*/ 321273 h 325854"/>
              <a:gd name="connsiteX14" fmla="*/ 7138856 w 12191779"/>
              <a:gd name="connsiteY14" fmla="*/ 313682 h 325854"/>
              <a:gd name="connsiteX15" fmla="*/ 6933126 w 12191779"/>
              <a:gd name="connsiteY15" fmla="*/ 325069 h 325854"/>
              <a:gd name="connsiteX16" fmla="*/ 5079274 w 12191779"/>
              <a:gd name="connsiteY16" fmla="*/ 323551 h 325854"/>
              <a:gd name="connsiteX17" fmla="*/ 4768021 w 12191779"/>
              <a:gd name="connsiteY17" fmla="*/ 310645 h 325854"/>
              <a:gd name="connsiteX18" fmla="*/ 4531165 w 12191779"/>
              <a:gd name="connsiteY18" fmla="*/ 322032 h 325854"/>
              <a:gd name="connsiteX19" fmla="*/ 4311770 w 12191779"/>
              <a:gd name="connsiteY19" fmla="*/ 311404 h 325854"/>
              <a:gd name="connsiteX20" fmla="*/ 3526046 w 12191779"/>
              <a:gd name="connsiteY20" fmla="*/ 315959 h 325854"/>
              <a:gd name="connsiteX21" fmla="*/ 2959718 w 12191779"/>
              <a:gd name="connsiteY21" fmla="*/ 321273 h 325854"/>
              <a:gd name="connsiteX22" fmla="*/ 2262815 w 12191779"/>
              <a:gd name="connsiteY22" fmla="*/ 306090 h 325854"/>
              <a:gd name="connsiteX23" fmla="*/ 1981928 w 12191779"/>
              <a:gd name="connsiteY23" fmla="*/ 306090 h 325854"/>
              <a:gd name="connsiteX24" fmla="*/ 1789104 w 12191779"/>
              <a:gd name="connsiteY24" fmla="*/ 307608 h 325854"/>
              <a:gd name="connsiteX25" fmla="*/ 1414841 w 12191779"/>
              <a:gd name="connsiteY25" fmla="*/ 297739 h 325854"/>
              <a:gd name="connsiteX26" fmla="*/ 1107384 w 12191779"/>
              <a:gd name="connsiteY26" fmla="*/ 287870 h 325854"/>
              <a:gd name="connsiteX27" fmla="*/ 840921 w 12191779"/>
              <a:gd name="connsiteY27" fmla="*/ 278001 h 325854"/>
              <a:gd name="connsiteX28" fmla="*/ 573699 w 12191779"/>
              <a:gd name="connsiteY28" fmla="*/ 262059 h 325854"/>
              <a:gd name="connsiteX29" fmla="*/ 10408 w 12191779"/>
              <a:gd name="connsiteY29" fmla="*/ 171720 h 325854"/>
              <a:gd name="connsiteX30" fmla="*/ 36219 w 12191779"/>
              <a:gd name="connsiteY30" fmla="*/ 126171 h 325854"/>
              <a:gd name="connsiteX31" fmla="*/ 500821 w 12191779"/>
              <a:gd name="connsiteY31" fmla="*/ 60883 h 325854"/>
              <a:gd name="connsiteX32" fmla="*/ 842440 w 12191779"/>
              <a:gd name="connsiteY32" fmla="*/ 43423 h 325854"/>
              <a:gd name="connsiteX33" fmla="*/ 1266806 w 12191779"/>
              <a:gd name="connsiteY33" fmla="*/ 19889 h 325854"/>
              <a:gd name="connsiteX34" fmla="*/ 1628163 w 12191779"/>
              <a:gd name="connsiteY34" fmla="*/ 3188 h 325854"/>
              <a:gd name="connsiteX35" fmla="*/ 2105671 w 12191779"/>
              <a:gd name="connsiteY35" fmla="*/ 3188 h 325854"/>
              <a:gd name="connsiteX36" fmla="*/ 8653366 w 12191779"/>
              <a:gd name="connsiteY36" fmla="*/ 4706 h 3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191779" h="325854">
                <a:moveTo>
                  <a:pt x="8653366" y="4706"/>
                </a:moveTo>
                <a:cubicBezTo>
                  <a:pt x="9181737" y="5465"/>
                  <a:pt x="9710867" y="-2126"/>
                  <a:pt x="10239238" y="19889"/>
                </a:cubicBezTo>
                <a:cubicBezTo>
                  <a:pt x="10540621" y="19130"/>
                  <a:pt x="10842005" y="29758"/>
                  <a:pt x="11144148" y="28999"/>
                </a:cubicBezTo>
                <a:cubicBezTo>
                  <a:pt x="11283073" y="25962"/>
                  <a:pt x="11420480" y="48737"/>
                  <a:pt x="11559405" y="44941"/>
                </a:cubicBezTo>
                <a:cubicBezTo>
                  <a:pt x="11771209" y="64679"/>
                  <a:pt x="11987568" y="69993"/>
                  <a:pt x="12191779" y="135280"/>
                </a:cubicBezTo>
                <a:cubicBezTo>
                  <a:pt x="12191779" y="138317"/>
                  <a:pt x="12191020" y="145149"/>
                  <a:pt x="12191020" y="148186"/>
                </a:cubicBezTo>
                <a:cubicBezTo>
                  <a:pt x="12031598" y="225620"/>
                  <a:pt x="11851679" y="238525"/>
                  <a:pt x="11678592" y="255227"/>
                </a:cubicBezTo>
                <a:cubicBezTo>
                  <a:pt x="11584457" y="249153"/>
                  <a:pt x="11491840" y="277242"/>
                  <a:pt x="11397705" y="270410"/>
                </a:cubicBezTo>
                <a:cubicBezTo>
                  <a:pt x="11312680" y="265096"/>
                  <a:pt x="11229932" y="288629"/>
                  <a:pt x="11144908" y="285593"/>
                </a:cubicBezTo>
                <a:cubicBezTo>
                  <a:pt x="10942213" y="283315"/>
                  <a:pt x="10739520" y="298498"/>
                  <a:pt x="10536825" y="296221"/>
                </a:cubicBezTo>
                <a:cubicBezTo>
                  <a:pt x="10428267" y="295462"/>
                  <a:pt x="10318949" y="296221"/>
                  <a:pt x="10210389" y="307608"/>
                </a:cubicBezTo>
                <a:cubicBezTo>
                  <a:pt x="9543853" y="309886"/>
                  <a:pt x="8876558" y="310645"/>
                  <a:pt x="8209262" y="311404"/>
                </a:cubicBezTo>
                <a:cubicBezTo>
                  <a:pt x="7967092" y="315959"/>
                  <a:pt x="7724163" y="299258"/>
                  <a:pt x="7482753" y="324310"/>
                </a:cubicBezTo>
                <a:cubicBezTo>
                  <a:pt x="7412911" y="331901"/>
                  <a:pt x="7343827" y="308367"/>
                  <a:pt x="7273986" y="321273"/>
                </a:cubicBezTo>
                <a:cubicBezTo>
                  <a:pt x="7228436" y="328865"/>
                  <a:pt x="7184405" y="311404"/>
                  <a:pt x="7138856" y="313682"/>
                </a:cubicBezTo>
                <a:cubicBezTo>
                  <a:pt x="7069773" y="309127"/>
                  <a:pt x="7001449" y="326587"/>
                  <a:pt x="6933126" y="325069"/>
                </a:cubicBezTo>
                <a:cubicBezTo>
                  <a:pt x="6315175" y="323551"/>
                  <a:pt x="5697224" y="325069"/>
                  <a:pt x="5079274" y="323551"/>
                </a:cubicBezTo>
                <a:cubicBezTo>
                  <a:pt x="4976788" y="303053"/>
                  <a:pt x="4872025" y="312922"/>
                  <a:pt x="4768021" y="310645"/>
                </a:cubicBezTo>
                <a:cubicBezTo>
                  <a:pt x="4689069" y="309886"/>
                  <a:pt x="4609358" y="308367"/>
                  <a:pt x="4531165" y="322032"/>
                </a:cubicBezTo>
                <a:cubicBezTo>
                  <a:pt x="4457527" y="334179"/>
                  <a:pt x="4385408" y="309127"/>
                  <a:pt x="4311770" y="311404"/>
                </a:cubicBezTo>
                <a:cubicBezTo>
                  <a:pt x="4049862" y="311404"/>
                  <a:pt x="3787954" y="314441"/>
                  <a:pt x="3526046" y="315959"/>
                </a:cubicBezTo>
                <a:cubicBezTo>
                  <a:pt x="3337017" y="308367"/>
                  <a:pt x="3147988" y="309886"/>
                  <a:pt x="2959718" y="321273"/>
                </a:cubicBezTo>
                <a:cubicBezTo>
                  <a:pt x="2728176" y="298498"/>
                  <a:pt x="2495116" y="318236"/>
                  <a:pt x="2262815" y="306090"/>
                </a:cubicBezTo>
                <a:cubicBezTo>
                  <a:pt x="2169439" y="288629"/>
                  <a:pt x="2075304" y="317477"/>
                  <a:pt x="1981928" y="306090"/>
                </a:cubicBezTo>
                <a:cubicBezTo>
                  <a:pt x="1917400" y="298498"/>
                  <a:pt x="1852872" y="313682"/>
                  <a:pt x="1789104" y="307608"/>
                </a:cubicBezTo>
                <a:cubicBezTo>
                  <a:pt x="1664602" y="297739"/>
                  <a:pt x="1539342" y="306849"/>
                  <a:pt x="1414841" y="297739"/>
                </a:cubicBezTo>
                <a:cubicBezTo>
                  <a:pt x="1312355" y="294703"/>
                  <a:pt x="1209870" y="285593"/>
                  <a:pt x="1107384" y="287870"/>
                </a:cubicBezTo>
                <a:cubicBezTo>
                  <a:pt x="1018563" y="284834"/>
                  <a:pt x="928983" y="290907"/>
                  <a:pt x="840921" y="278001"/>
                </a:cubicBezTo>
                <a:cubicBezTo>
                  <a:pt x="752100" y="266614"/>
                  <a:pt x="661761" y="280279"/>
                  <a:pt x="573699" y="262059"/>
                </a:cubicBezTo>
                <a:cubicBezTo>
                  <a:pt x="384670" y="247635"/>
                  <a:pt x="187290" y="249153"/>
                  <a:pt x="10408" y="171720"/>
                </a:cubicBezTo>
                <a:cubicBezTo>
                  <a:pt x="-17681" y="156537"/>
                  <a:pt x="17999" y="130726"/>
                  <a:pt x="36219" y="126171"/>
                </a:cubicBezTo>
                <a:cubicBezTo>
                  <a:pt x="187290" y="82899"/>
                  <a:pt x="345194" y="77585"/>
                  <a:pt x="500821" y="60883"/>
                </a:cubicBezTo>
                <a:cubicBezTo>
                  <a:pt x="615453" y="61643"/>
                  <a:pt x="728567" y="41905"/>
                  <a:pt x="842440" y="43423"/>
                </a:cubicBezTo>
                <a:cubicBezTo>
                  <a:pt x="982883" y="20648"/>
                  <a:pt x="1126363" y="38109"/>
                  <a:pt x="1266806" y="19889"/>
                </a:cubicBezTo>
                <a:cubicBezTo>
                  <a:pt x="1386752" y="9261"/>
                  <a:pt x="1508217" y="22926"/>
                  <a:pt x="1628163" y="3188"/>
                </a:cubicBezTo>
                <a:cubicBezTo>
                  <a:pt x="1786826" y="151"/>
                  <a:pt x="1947008" y="-2126"/>
                  <a:pt x="2105671" y="3188"/>
                </a:cubicBezTo>
                <a:lnTo>
                  <a:pt x="8653366" y="4706"/>
                </a:lnTo>
                <a:close/>
              </a:path>
            </a:pathLst>
          </a:custGeom>
          <a:solidFill>
            <a:schemeClr val="accent3"/>
          </a:solidFill>
          <a:ln w="759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681" y="992773"/>
            <a:ext cx="5091312" cy="5006754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7264400" y="350030"/>
            <a:ext cx="4446078" cy="26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作者介绍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故事剧情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作品主题 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阅读感悟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453199" y="4560692"/>
            <a:ext cx="3457631" cy="347354"/>
            <a:chOff x="573675" y="5559462"/>
            <a:chExt cx="3457631" cy="347354"/>
          </a:xfrm>
        </p:grpSpPr>
        <p:sp>
          <p:nvSpPr>
            <p:cNvPr id="32" name="矩形: 圆角 31"/>
            <p:cNvSpPr/>
            <p:nvPr>
              <p:custDataLst>
                <p:tags r:id="rId1"/>
              </p:custDataLst>
            </p:nvPr>
          </p:nvSpPr>
          <p:spPr>
            <a:xfrm>
              <a:off x="573675" y="5559462"/>
              <a:ext cx="1495710" cy="347354"/>
            </a:xfrm>
            <a:prstGeom prst="roundRect">
              <a:avLst>
                <a:gd name="adj" fmla="val 50000"/>
              </a:avLst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0251" tIns="45126" rIns="90251" bIns="4512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3721" dist="53721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2"/>
              </p:custDataLst>
            </p:nvPr>
          </p:nvSpPr>
          <p:spPr>
            <a:xfrm>
              <a:off x="573675" y="5604032"/>
              <a:ext cx="1495710" cy="258102"/>
            </a:xfrm>
            <a:prstGeom prst="rect">
              <a:avLst/>
            </a:prstGeom>
            <a:noFill/>
            <a:effectLst/>
          </p:spPr>
          <p:txBody>
            <a:bodyPr wrap="square" lIns="90251" tIns="45126" rIns="90251" bIns="45126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108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演讲人：</a:t>
              </a:r>
              <a:r>
                <a:rPr lang="zh-CN" altLang="en-US" sz="1085" kern="0" dirty="0"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刘畅</a:t>
              </a:r>
              <a:r>
                <a:rPr lang="en-US" altLang="zh-CN" sz="1085" kern="0" dirty="0"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Grace</a:t>
              </a:r>
              <a:endParaRPr kumimoji="0" lang="en-US" altLang="zh-CN" sz="10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7605" dist="37605" dir="2700012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矩形: 圆角 33"/>
            <p:cNvSpPr/>
            <p:nvPr>
              <p:custDataLst>
                <p:tags r:id="rId3"/>
              </p:custDataLst>
            </p:nvPr>
          </p:nvSpPr>
          <p:spPr>
            <a:xfrm>
              <a:off x="2486327" y="5559462"/>
              <a:ext cx="1544979" cy="347354"/>
            </a:xfrm>
            <a:prstGeom prst="roundRect">
              <a:avLst>
                <a:gd name="adj" fmla="val 50000"/>
              </a:avLst>
            </a:prstGeom>
            <a:gradFill>
              <a:gsLst>
                <a:gs pos="5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0251" tIns="45126" rIns="90251" bIns="4512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endParaRPr kumimoji="0" lang="zh-CN" altLang="en-US" sz="158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3721" dist="53721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4"/>
              </p:custDataLst>
            </p:nvPr>
          </p:nvSpPr>
          <p:spPr>
            <a:xfrm>
              <a:off x="2581854" y="5604032"/>
              <a:ext cx="1353930" cy="258208"/>
            </a:xfrm>
            <a:prstGeom prst="rect">
              <a:avLst/>
            </a:prstGeom>
            <a:noFill/>
            <a:effectLst/>
          </p:spPr>
          <p:txBody>
            <a:bodyPr wrap="square" lIns="90251" tIns="45126" rIns="90251" bIns="45126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108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时间：</a:t>
              </a:r>
              <a:r>
                <a:rPr kumimoji="0" lang="en-US" altLang="zh-CN" sz="108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7605" dist="37605" dir="2700012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2026.5</a:t>
              </a: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6295110" y="1596774"/>
            <a:ext cx="5434133" cy="144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 w="6350">
                  <a:noFill/>
                </a:ln>
                <a:gradFill>
                  <a:gsLst>
                    <a:gs pos="5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rPr>
              <a:t>谢谢观看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4B9D0AC-48B3-6360-7B19-83D336FF8211}"/>
              </a:ext>
            </a:extLst>
          </p:cNvPr>
          <p:cNvGrpSpPr/>
          <p:nvPr/>
        </p:nvGrpSpPr>
        <p:grpSpPr>
          <a:xfrm>
            <a:off x="5804013" y="3171271"/>
            <a:ext cx="6668654" cy="994476"/>
            <a:chOff x="5983833" y="3228152"/>
            <a:chExt cx="6668654" cy="994476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D725836-0F54-AACB-7495-C16F7C26E86A}"/>
                </a:ext>
              </a:extLst>
            </p:cNvPr>
            <p:cNvCxnSpPr/>
            <p:nvPr/>
          </p:nvCxnSpPr>
          <p:spPr>
            <a:xfrm>
              <a:off x="6684448" y="3929924"/>
              <a:ext cx="5687372" cy="0"/>
            </a:xfrm>
            <a:prstGeom prst="line">
              <a:avLst/>
            </a:prstGeom>
            <a:noFill/>
            <a:ln w="6350" cap="flat" cmpd="sng" algn="ctr">
              <a:solidFill>
                <a:schemeClr val="accent3"/>
              </a:solidFill>
              <a:prstDash val="dash"/>
              <a:miter lim="800000"/>
            </a:ln>
            <a:effectLst/>
          </p:spPr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B00657B-93A1-3F2A-2BB5-EA723BC59415}"/>
                </a:ext>
              </a:extLst>
            </p:cNvPr>
            <p:cNvSpPr txBox="1"/>
            <p:nvPr/>
          </p:nvSpPr>
          <p:spPr>
            <a:xfrm>
              <a:off x="6586398" y="4037962"/>
              <a:ext cx="5543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MO YAN'S LITERATURE AND NOVEL READING SHARING PPT</a:t>
              </a:r>
              <a:endPara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7386802-EC8E-FC93-E0F1-A9FDC41FC512}"/>
                </a:ext>
              </a:extLst>
            </p:cNvPr>
            <p:cNvSpPr txBox="1"/>
            <p:nvPr/>
          </p:nvSpPr>
          <p:spPr>
            <a:xfrm>
              <a:off x="9689708" y="3237357"/>
              <a:ext cx="781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 w="6350">
                  <a:noFill/>
                </a:ln>
                <a:gradFill>
                  <a:gsLst>
                    <a:gs pos="500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E808062-269E-9D1E-C480-92E30C4C9DF6}"/>
                </a:ext>
              </a:extLst>
            </p:cNvPr>
            <p:cNvSpPr txBox="1"/>
            <p:nvPr/>
          </p:nvSpPr>
          <p:spPr>
            <a:xfrm>
              <a:off x="7393438" y="3237357"/>
              <a:ext cx="781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 w="6350">
                  <a:noFill/>
                </a:ln>
                <a:gradFill>
                  <a:gsLst>
                    <a:gs pos="500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795D0FC-6D4F-1C65-D1F3-B93294C02C7C}"/>
                </a:ext>
              </a:extLst>
            </p:cNvPr>
            <p:cNvSpPr txBox="1"/>
            <p:nvPr/>
          </p:nvSpPr>
          <p:spPr>
            <a:xfrm>
              <a:off x="5983833" y="3228152"/>
              <a:ext cx="66686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 w="6350">
                    <a:noFill/>
                  </a:ln>
                  <a:gradFill>
                    <a:gsLst>
                      <a:gs pos="5000">
                        <a:schemeClr val="accent3"/>
                      </a:gs>
                      <a:gs pos="100000">
                        <a:schemeClr val="accent4"/>
                      </a:gs>
                    </a:gsLst>
                    <a:lin ang="2700000" scaled="1"/>
                  </a:gradFill>
                  <a:effectLst/>
                  <a:uLnTx/>
                  <a:uFillTx/>
                  <a:cs typeface="+mn-ea"/>
                  <a:sym typeface="+mn-lt"/>
                </a:rPr>
                <a:t>Every Question is welcomed</a:t>
              </a:r>
              <a:endParaRPr kumimoji="0" lang="zh-CN" altLang="en-US" sz="3600" b="0" i="0" u="none" strike="noStrike" kern="0" cap="none" spc="0" normalizeH="0" baseline="0" noProof="0" dirty="0">
                <a:ln w="6350">
                  <a:noFill/>
                </a:ln>
                <a:gradFill>
                  <a:gsLst>
                    <a:gs pos="500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102AF8B-3F2A-AFD0-AF92-BA081C898258}"/>
                </a:ext>
              </a:extLst>
            </p:cNvPr>
            <p:cNvSpPr txBox="1"/>
            <p:nvPr/>
          </p:nvSpPr>
          <p:spPr>
            <a:xfrm>
              <a:off x="11153191" y="3237357"/>
              <a:ext cx="10562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-300" normalizeH="0" baseline="0" noProof="0" dirty="0">
                <a:ln w="6350">
                  <a:noFill/>
                </a:ln>
                <a:gradFill>
                  <a:gsLst>
                    <a:gs pos="500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e8f0345-a669-4116-b49c-4c2d3bd953d3"/>
  <p:tag name="COMMONDATA" val="eyJoZGlkIjoiOTc5MDM5YWY0M2ZiNWQyNjZkMDljMzY1M2E2NDExY2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  <p:tag name="ADJUSTMENTS" val="9.69881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  <p:tag name="ADJUSTMENTS" val="9.69881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  <p:tag name="ADJUSTMENTS" val="9.69881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  <p:tag name="ADJUSTMENTS" val="9.69881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heme/theme1.xml><?xml version="1.0" encoding="utf-8"?>
<a:theme xmlns:a="http://schemas.openxmlformats.org/drawingml/2006/main" name="Office 主题​​">
  <a:themeElements>
    <a:clrScheme name="宇神PPT-57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75C"/>
      </a:accent1>
      <a:accent2>
        <a:srgbClr val="30184C"/>
      </a:accent2>
      <a:accent3>
        <a:srgbClr val="FFE5A0"/>
      </a:accent3>
      <a:accent4>
        <a:srgbClr val="D8956A"/>
      </a:accent4>
      <a:accent5>
        <a:srgbClr val="E9951B"/>
      </a:accent5>
      <a:accent6>
        <a:srgbClr val="C37C60"/>
      </a:accent6>
      <a:hlink>
        <a:srgbClr val="0563C1"/>
      </a:hlink>
      <a:folHlink>
        <a:srgbClr val="954F72"/>
      </a:folHlink>
    </a:clrScheme>
    <a:fontScheme name="rjirueu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103</TotalTime>
  <Words>586</Words>
  <Application>Microsoft Office PowerPoint</Application>
  <PresentationFormat>宽屏</PresentationFormat>
  <Paragraphs>111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思源黑体 CN 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宇神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宇神</dc:creator>
  <cp:lastModifiedBy>深意 刘</cp:lastModifiedBy>
  <cp:revision>5</cp:revision>
  <cp:lastPrinted>2024-02-01T16:00:00Z</cp:lastPrinted>
  <dcterms:created xsi:type="dcterms:W3CDTF">2024-02-01T16:00:00Z</dcterms:created>
  <dcterms:modified xsi:type="dcterms:W3CDTF">2026-05-18T03:25:42Z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292947EA7ED34368BEA44C9346904245_12</vt:lpwstr>
  </property>
  <property fmtid="{D5CDD505-2E9C-101B-9397-08002B2CF9AE}" pid="3" name="KSOProductBuildVer">
    <vt:lpwstr>2052-11.1.0.14036</vt:lpwstr>
  </property>
</Properties>
</file>