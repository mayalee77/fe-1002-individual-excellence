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5" r:id="rId3"/>
    <p:sldId id="262" r:id="rId4"/>
    <p:sldId id="267" r:id="rId5"/>
    <p:sldId id="258" r:id="rId6"/>
    <p:sldId id="259" r:id="rId7"/>
    <p:sldId id="260" r:id="rId8"/>
    <p:sldId id="261" r:id="rId9"/>
    <p:sldId id="257" r:id="rId10"/>
    <p:sldId id="266" r:id="rId11"/>
  </p:sldIdLst>
  <p:sldSz cx="32512000" cy="1828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31" d="100"/>
          <a:sy n="31" d="100"/>
        </p:scale>
        <p:origin x="45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 Id="rId9"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4.jpeg"/><Relationship Id="rId2" Type="http://schemas.openxmlformats.org/officeDocument/2006/relationships/image" Target="../media/image7.jpeg"/><Relationship Id="rId1" Type="http://schemas.openxmlformats.org/officeDocument/2006/relationships/slideLayout" Target="../slideLayouts/slideLayout1.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172995" y="0"/>
            <a:ext cx="32684995" cy="18288000"/>
          </a:xfrm>
          <a:prstGeom prst="rect">
            <a:avLst/>
          </a:prstGeom>
        </p:spPr>
      </p:pic>
      <p:sp>
        <p:nvSpPr>
          <p:cNvPr id="4" name="textbox 4"/>
          <p:cNvSpPr/>
          <p:nvPr/>
        </p:nvSpPr>
        <p:spPr>
          <a:xfrm>
            <a:off x="5009515" y="2509520"/>
            <a:ext cx="21626195" cy="51054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5041265" algn="l" rtl="0" eaLnBrk="0">
              <a:lnSpc>
                <a:spcPts val="10305"/>
              </a:lnSpc>
            </a:pPr>
            <a:r>
              <a:rPr lang="en-US" sz="7800" kern="0" spc="-150" dirty="0">
                <a:solidFill>
                  <a:srgbClr val="E0D010">
                    <a:alpha val="100000"/>
                  </a:srgbClr>
                </a:solidFill>
                <a:latin typeface="Arial" panose="020B0604020202020204"/>
                <a:ea typeface="Arial" panose="020B0604020202020204"/>
                <a:cs typeface="Arial" panose="020B0604020202020204"/>
              </a:rPr>
              <a:t> </a:t>
            </a:r>
            <a:r>
              <a:rPr sz="7800" kern="0" spc="-150" dirty="0">
                <a:solidFill>
                  <a:srgbClr val="E0D010">
                    <a:alpha val="100000"/>
                  </a:srgbClr>
                </a:solidFill>
                <a:latin typeface="Arial" panose="020B0604020202020204"/>
                <a:ea typeface="Arial" panose="020B0604020202020204"/>
                <a:cs typeface="Arial" panose="020B0604020202020204"/>
              </a:rPr>
              <a:t>The S</a:t>
            </a:r>
            <a:r>
              <a:rPr sz="7800" i="1" kern="0" spc="-150" dirty="0">
                <a:solidFill>
                  <a:srgbClr val="E0D010">
                    <a:alpha val="100000"/>
                  </a:srgbClr>
                </a:solidFill>
                <a:latin typeface="Arial" panose="020B0604020202020204"/>
                <a:ea typeface="Arial" panose="020B0604020202020204"/>
                <a:cs typeface="Arial" panose="020B0604020202020204"/>
              </a:rPr>
              <a:t>ound of</a:t>
            </a:r>
            <a:r>
              <a:rPr sz="7800" i="1" kern="0" spc="-640" dirty="0">
                <a:solidFill>
                  <a:srgbClr val="E0D010">
                    <a:alpha val="100000"/>
                  </a:srgbClr>
                </a:solidFill>
                <a:latin typeface="Arial" panose="020B0604020202020204"/>
                <a:ea typeface="Arial" panose="020B0604020202020204"/>
                <a:cs typeface="Arial" panose="020B0604020202020204"/>
              </a:rPr>
              <a:t> </a:t>
            </a:r>
            <a:r>
              <a:rPr sz="7800" i="1" kern="0" spc="-150" dirty="0">
                <a:solidFill>
                  <a:srgbClr val="E0D010">
                    <a:alpha val="100000"/>
                  </a:srgbClr>
                </a:solidFill>
                <a:latin typeface="Arial" panose="020B0604020202020204"/>
                <a:ea typeface="Arial" panose="020B0604020202020204"/>
                <a:cs typeface="Arial" panose="020B0604020202020204"/>
              </a:rPr>
              <a:t>Freedom?</a:t>
            </a:r>
            <a:endParaRPr sz="7800" dirty="0">
              <a:latin typeface="Arial" panose="020B0604020202020204"/>
              <a:ea typeface="Arial" panose="020B0604020202020204"/>
              <a:cs typeface="Arial" panose="020B0604020202020204"/>
            </a:endParaRPr>
          </a:p>
          <a:p>
            <a:pPr algn="ctr" rtl="0" eaLnBrk="0">
              <a:lnSpc>
                <a:spcPct val="150000"/>
              </a:lnSpc>
              <a:spcBef>
                <a:spcPts val="1735"/>
              </a:spcBef>
            </a:pPr>
            <a:r>
              <a:rPr sz="14500" b="1" kern="0" spc="-530" dirty="0">
                <a:solidFill>
                  <a:srgbClr val="FFFFFF">
                    <a:alpha val="100000"/>
                  </a:srgbClr>
                </a:solidFill>
                <a:latin typeface="Times New Roman" panose="02020603050405020304"/>
                <a:ea typeface="Times New Roman" panose="02020603050405020304"/>
                <a:cs typeface="Times New Roman" panose="02020603050405020304"/>
              </a:rPr>
              <a:t>Jazz Diplomacy </a:t>
            </a:r>
          </a:p>
          <a:p>
            <a:pPr algn="ctr" rtl="0" eaLnBrk="0">
              <a:lnSpc>
                <a:spcPct val="150000"/>
              </a:lnSpc>
              <a:spcBef>
                <a:spcPts val="1735"/>
              </a:spcBef>
            </a:pPr>
            <a:r>
              <a:rPr lang="en-US" sz="14500" b="1" kern="0" spc="-530" dirty="0">
                <a:solidFill>
                  <a:srgbClr val="FFFFFF">
                    <a:alpha val="100000"/>
                  </a:srgbClr>
                </a:solidFill>
                <a:latin typeface="Times New Roman" panose="02020603050405020304"/>
                <a:ea typeface="Times New Roman" panose="02020603050405020304"/>
                <a:cs typeface="Times New Roman" panose="02020603050405020304"/>
              </a:rPr>
              <a:t>I</a:t>
            </a:r>
            <a:r>
              <a:rPr sz="14500" b="1" kern="0" spc="-530" dirty="0">
                <a:solidFill>
                  <a:srgbClr val="FFFFFF">
                    <a:alpha val="100000"/>
                  </a:srgbClr>
                </a:solidFill>
                <a:latin typeface="Times New Roman" panose="02020603050405020304"/>
                <a:ea typeface="Times New Roman" panose="02020603050405020304"/>
                <a:cs typeface="Times New Roman" panose="02020603050405020304"/>
              </a:rPr>
              <a:t>n </a:t>
            </a:r>
            <a:r>
              <a:rPr lang="en-US" sz="14500" b="1" kern="0" spc="-530" dirty="0">
                <a:solidFill>
                  <a:srgbClr val="FFFFFF">
                    <a:alpha val="100000"/>
                  </a:srgbClr>
                </a:solidFill>
                <a:latin typeface="Times New Roman" panose="02020603050405020304"/>
                <a:ea typeface="Times New Roman" panose="02020603050405020304"/>
                <a:cs typeface="Times New Roman" panose="02020603050405020304"/>
              </a:rPr>
              <a:t>T</a:t>
            </a:r>
            <a:r>
              <a:rPr sz="14500" b="1" kern="0" spc="-520" dirty="0">
                <a:solidFill>
                  <a:srgbClr val="FFFFFF">
                    <a:alpha val="100000"/>
                  </a:srgbClr>
                </a:solidFill>
                <a:latin typeface="Times New Roman" panose="02020603050405020304"/>
                <a:ea typeface="Times New Roman" panose="02020603050405020304"/>
                <a:cs typeface="Times New Roman" panose="02020603050405020304"/>
              </a:rPr>
              <a:t>he Col</a:t>
            </a:r>
            <a:r>
              <a:rPr sz="14500" b="1" kern="0" spc="-330" dirty="0">
                <a:solidFill>
                  <a:srgbClr val="FFFFFF">
                    <a:alpha val="100000"/>
                  </a:srgbClr>
                </a:solidFill>
                <a:latin typeface="Times New Roman" panose="02020603050405020304"/>
                <a:ea typeface="Times New Roman" panose="02020603050405020304"/>
                <a:cs typeface="Times New Roman" panose="02020603050405020304"/>
              </a:rPr>
              <a:t>d</a:t>
            </a:r>
            <a:r>
              <a:rPr lang="en-US" sz="14500" b="1" kern="0" spc="-330" dirty="0">
                <a:solidFill>
                  <a:srgbClr val="FFFFFF">
                    <a:alpha val="100000"/>
                  </a:srgbClr>
                </a:solidFill>
                <a:latin typeface="Times New Roman" panose="02020603050405020304"/>
                <a:ea typeface="Times New Roman" panose="02020603050405020304"/>
                <a:cs typeface="Times New Roman" panose="02020603050405020304"/>
              </a:rPr>
              <a:t> </a:t>
            </a:r>
            <a:r>
              <a:rPr sz="14400" b="1" kern="0" spc="-850" dirty="0">
                <a:solidFill>
                  <a:srgbClr val="FFFFFF">
                    <a:alpha val="100000"/>
                  </a:srgbClr>
                </a:solidFill>
                <a:latin typeface="Times New Roman" panose="02020603050405020304"/>
                <a:ea typeface="Times New Roman" panose="02020603050405020304"/>
                <a:cs typeface="Times New Roman" panose="02020603050405020304"/>
              </a:rPr>
              <a:t>War</a:t>
            </a:r>
            <a:endParaRPr sz="14400" dirty="0">
              <a:latin typeface="Times New Roman" panose="02020603050405020304"/>
              <a:ea typeface="Times New Roman" panose="02020603050405020304"/>
              <a:cs typeface="Times New Roman" panose="02020603050405020304"/>
            </a:endParaRPr>
          </a:p>
        </p:txBody>
      </p:sp>
      <p:sp>
        <p:nvSpPr>
          <p:cNvPr id="6" name="textbox 6"/>
          <p:cNvSpPr/>
          <p:nvPr/>
        </p:nvSpPr>
        <p:spPr>
          <a:xfrm>
            <a:off x="12395200" y="11126470"/>
            <a:ext cx="5975985" cy="2411095"/>
          </a:xfrm>
          <a:prstGeom prst="rect">
            <a:avLst/>
          </a:prstGeom>
          <a:solidFill>
            <a:srgbClr val="1D1C22">
              <a:alpha val="100000"/>
            </a:srgbClr>
          </a:solidFill>
          <a:ln w="0" cap="flat">
            <a:noFill/>
            <a:prstDash val="solid"/>
            <a:miter lim="0"/>
          </a:ln>
        </p:spPr>
        <p:txBody>
          <a:bodyPr vert="horz" wrap="square" lIns="0" tIns="0" rIns="0" bIns="0"/>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Times New Roman" panose="02020603050405020304" charset="0"/>
              <a:ea typeface="Arial" panose="020B0604020202020204"/>
              <a:cs typeface="Times New Roman" panose="02020603050405020304" charset="0"/>
            </a:endParaRPr>
          </a:p>
          <a:p>
            <a:pPr marL="2209800" algn="l" rtl="0" eaLnBrk="0">
              <a:lnSpc>
                <a:spcPct val="82000"/>
              </a:lnSpc>
              <a:spcBef>
                <a:spcPts val="5"/>
              </a:spcBef>
            </a:pPr>
            <a:r>
              <a:rPr sz="2700" kern="0" spc="10" dirty="0">
                <a:solidFill>
                  <a:srgbClr val="70B0D0">
                    <a:alpha val="100000"/>
                  </a:srgbClr>
                </a:solidFill>
                <a:latin typeface="Times New Roman" panose="02020603050405020304" charset="0"/>
                <a:ea typeface="Arial" panose="020B0604020202020204"/>
                <a:cs typeface="Times New Roman" panose="02020603050405020304" charset="0"/>
              </a:rPr>
              <a:t>THEME</a:t>
            </a:r>
            <a:endParaRPr sz="2700" dirty="0">
              <a:latin typeface="Times New Roman" panose="02020603050405020304" charset="0"/>
              <a:ea typeface="Arial" panose="020B0604020202020204"/>
              <a:cs typeface="Times New Roman" panose="02020603050405020304" charset="0"/>
            </a:endParaRPr>
          </a:p>
          <a:p>
            <a:pPr algn="l" rtl="0" eaLnBrk="0">
              <a:lnSpc>
                <a:spcPct val="101000"/>
              </a:lnSpc>
            </a:pPr>
            <a:endParaRPr sz="1800" dirty="0">
              <a:latin typeface="Times New Roman" panose="02020603050405020304" charset="0"/>
              <a:ea typeface="Arial" panose="020B0604020202020204"/>
              <a:cs typeface="Times New Roman" panose="02020603050405020304" charset="0"/>
            </a:endParaRPr>
          </a:p>
          <a:p>
            <a:pPr algn="l" rtl="0" eaLnBrk="0">
              <a:lnSpc>
                <a:spcPct val="14000"/>
              </a:lnSpc>
            </a:pPr>
            <a:endParaRPr sz="100" dirty="0">
              <a:latin typeface="Times New Roman" panose="02020603050405020304" charset="0"/>
              <a:ea typeface="Arial" panose="020B0604020202020204"/>
              <a:cs typeface="Times New Roman" panose="02020603050405020304" charset="0"/>
            </a:endParaRPr>
          </a:p>
          <a:p>
            <a:pPr marL="621665" algn="l" rtl="0" eaLnBrk="0">
              <a:lnSpc>
                <a:spcPct val="79000"/>
              </a:lnSpc>
            </a:pPr>
            <a:r>
              <a:rPr sz="4500" kern="0" spc="-30" dirty="0">
                <a:solidFill>
                  <a:srgbClr val="FFFFFF">
                    <a:alpha val="100000"/>
                  </a:srgbClr>
                </a:solidFill>
                <a:latin typeface="Times New Roman" panose="02020603050405020304" charset="0"/>
                <a:ea typeface="Times New Roman" panose="02020603050405020304"/>
                <a:cs typeface="Times New Roman" panose="02020603050405020304" charset="0"/>
              </a:rPr>
              <a:t>Political Civilization</a:t>
            </a:r>
            <a:endParaRPr sz="4500" dirty="0">
              <a:latin typeface="Times New Roman" panose="02020603050405020304" charset="0"/>
              <a:ea typeface="Times New Roman" panose="02020603050405020304"/>
              <a:cs typeface="Times New Roman" panose="02020603050405020304" charset="0"/>
            </a:endParaRPr>
          </a:p>
        </p:txBody>
      </p:sp>
      <p:grpSp>
        <p:nvGrpSpPr>
          <p:cNvPr id="3" name="group 2"/>
          <p:cNvGrpSpPr/>
          <p:nvPr/>
        </p:nvGrpSpPr>
        <p:grpSpPr>
          <a:xfrm rot="21600000">
            <a:off x="19149695" y="11005123"/>
            <a:ext cx="6045200" cy="2961640"/>
            <a:chOff x="-297815" y="-462915"/>
            <a:chExt cx="6045200" cy="2961640"/>
          </a:xfrm>
        </p:grpSpPr>
        <p:pic>
          <p:nvPicPr>
            <p:cNvPr id="8" name="picture 8"/>
            <p:cNvPicPr>
              <a:picLocks noChangeAspect="1"/>
            </p:cNvPicPr>
            <p:nvPr/>
          </p:nvPicPr>
          <p:blipFill>
            <a:blip r:embed="rId3"/>
            <a:stretch>
              <a:fillRect/>
            </a:stretch>
          </p:blipFill>
          <p:spPr>
            <a:xfrm rot="21600000">
              <a:off x="-297815" y="-462915"/>
              <a:ext cx="5734050" cy="2670810"/>
            </a:xfrm>
            <a:prstGeom prst="rect">
              <a:avLst/>
            </a:prstGeom>
          </p:spPr>
        </p:pic>
        <p:sp>
          <p:nvSpPr>
            <p:cNvPr id="10" name="textbox 10"/>
            <p:cNvSpPr/>
            <p:nvPr/>
          </p:nvSpPr>
          <p:spPr>
            <a:xfrm>
              <a:off x="-12700" y="-267970"/>
              <a:ext cx="5760085" cy="2766695"/>
            </a:xfrm>
            <a:prstGeom prst="rect">
              <a:avLst/>
            </a:prstGeom>
            <a:noFill/>
            <a:ln w="0" cap="flat">
              <a:noFill/>
              <a:prstDash val="solid"/>
              <a:miter lim="0"/>
            </a:ln>
          </p:spPr>
          <p:txBody>
            <a:bodyPr vert="horz" wrap="square" lIns="0" tIns="0" rIns="0" bIns="0"/>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01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01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01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01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01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02000"/>
                </a:lnSpc>
              </a:pPr>
              <a:endParaRPr sz="1000" dirty="0">
                <a:latin typeface="Times New Roman" panose="02020603050405020304" charset="0"/>
                <a:ea typeface="Arial" panose="020B0604020202020204"/>
                <a:cs typeface="Times New Roman" panose="02020603050405020304" charset="0"/>
              </a:endParaRPr>
            </a:p>
            <a:p>
              <a:pPr algn="l" rtl="0" eaLnBrk="0">
                <a:lnSpc>
                  <a:spcPct val="7000"/>
                </a:lnSpc>
              </a:pPr>
              <a:endParaRPr sz="100" dirty="0">
                <a:latin typeface="Times New Roman" panose="02020603050405020304" charset="0"/>
                <a:ea typeface="Arial" panose="020B0604020202020204"/>
                <a:cs typeface="Times New Roman" panose="02020603050405020304" charset="0"/>
              </a:endParaRPr>
            </a:p>
            <a:p>
              <a:pPr marL="647065" algn="l" rtl="0" eaLnBrk="0">
                <a:lnSpc>
                  <a:spcPct val="79000"/>
                </a:lnSpc>
              </a:pPr>
              <a:r>
                <a:rPr sz="4500" kern="0" spc="-160" dirty="0">
                  <a:solidFill>
                    <a:srgbClr val="FFFFFF">
                      <a:alpha val="100000"/>
                    </a:srgbClr>
                  </a:solidFill>
                  <a:latin typeface="Times New Roman" panose="02020603050405020304" charset="0"/>
                  <a:ea typeface="Times New Roman" panose="02020603050405020304"/>
                  <a:cs typeface="Times New Roman" panose="02020603050405020304" charset="0"/>
                </a:rPr>
                <a:t>Cold War,1945-199</a:t>
              </a:r>
              <a:r>
                <a:rPr sz="4500" kern="0" spc="-170" dirty="0">
                  <a:solidFill>
                    <a:srgbClr val="FFFFFF">
                      <a:alpha val="100000"/>
                    </a:srgbClr>
                  </a:solidFill>
                  <a:latin typeface="Times New Roman" panose="02020603050405020304" charset="0"/>
                  <a:ea typeface="Times New Roman" panose="02020603050405020304"/>
                  <a:cs typeface="Times New Roman" panose="02020603050405020304" charset="0"/>
                </a:rPr>
                <a:t>1</a:t>
              </a:r>
              <a:endParaRPr sz="4500" dirty="0">
                <a:latin typeface="Times New Roman" panose="02020603050405020304" charset="0"/>
                <a:ea typeface="Times New Roman" panose="02020603050405020304"/>
                <a:cs typeface="Times New Roman" panose="02020603050405020304" charset="0"/>
              </a:endParaRPr>
            </a:p>
          </p:txBody>
        </p:sp>
      </p:grpSp>
      <p:grpSp>
        <p:nvGrpSpPr>
          <p:cNvPr id="5" name="group 4"/>
          <p:cNvGrpSpPr/>
          <p:nvPr/>
        </p:nvGrpSpPr>
        <p:grpSpPr>
          <a:xfrm rot="21600000">
            <a:off x="7075170" y="11126470"/>
            <a:ext cx="4526280" cy="2411730"/>
            <a:chOff x="0" y="0"/>
            <a:chExt cx="3975241" cy="2057400"/>
          </a:xfrm>
        </p:grpSpPr>
        <p:pic>
          <p:nvPicPr>
            <p:cNvPr id="12" name="picture 12"/>
            <p:cNvPicPr>
              <a:picLocks noChangeAspect="1"/>
            </p:cNvPicPr>
            <p:nvPr/>
          </p:nvPicPr>
          <p:blipFill>
            <a:blip r:embed="rId4"/>
            <a:stretch>
              <a:fillRect/>
            </a:stretch>
          </p:blipFill>
          <p:spPr>
            <a:xfrm rot="21600000">
              <a:off x="0" y="0"/>
              <a:ext cx="3975241" cy="2057400"/>
            </a:xfrm>
            <a:prstGeom prst="rect">
              <a:avLst/>
            </a:prstGeom>
          </p:spPr>
        </p:pic>
        <p:sp>
          <p:nvSpPr>
            <p:cNvPr id="14" name="textbox 14"/>
            <p:cNvSpPr/>
            <p:nvPr/>
          </p:nvSpPr>
          <p:spPr>
            <a:xfrm>
              <a:off x="-12700" y="-12700"/>
              <a:ext cx="4001134" cy="2098039"/>
            </a:xfrm>
            <a:prstGeom prst="rect">
              <a:avLst/>
            </a:prstGeom>
            <a:noFill/>
            <a:ln w="0" cap="flat">
              <a:noFill/>
              <a:prstDash val="solid"/>
              <a:miter lim="0"/>
            </a:ln>
          </p:spPr>
          <p:txBody>
            <a:bodyPr vert="horz" wrap="square" lIns="0" tIns="0" rIns="0" bIns="0"/>
            <a:lstStyle/>
            <a:p>
              <a:pPr algn="l" rtl="0" eaLnBrk="0">
                <a:lnSpc>
                  <a:spcPct val="100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01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01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01000"/>
                </a:lnSpc>
              </a:pPr>
              <a:endParaRPr sz="1000" dirty="0">
                <a:latin typeface="Times New Roman" panose="02020603050405020304" charset="0"/>
                <a:ea typeface="Arial" panose="020B0604020202020204"/>
                <a:cs typeface="Times New Roman" panose="02020603050405020304" charset="0"/>
              </a:endParaRPr>
            </a:p>
            <a:p>
              <a:pPr marL="1256665" algn="l" rtl="0" eaLnBrk="0">
                <a:lnSpc>
                  <a:spcPct val="83000"/>
                </a:lnSpc>
                <a:spcBef>
                  <a:spcPts val="5"/>
                </a:spcBef>
              </a:pPr>
              <a:r>
                <a:rPr sz="3200" kern="0" spc="-20" dirty="0">
                  <a:solidFill>
                    <a:srgbClr val="70B0D0">
                      <a:alpha val="100000"/>
                    </a:srgbClr>
                  </a:solidFill>
                  <a:latin typeface="Times New Roman" panose="02020603050405020304" charset="0"/>
                  <a:ea typeface="Arial" panose="020B0604020202020204"/>
                  <a:cs typeface="Times New Roman" panose="02020603050405020304" charset="0"/>
                </a:rPr>
                <a:t>MAJOR</a:t>
              </a:r>
              <a:endParaRPr sz="3200" dirty="0">
                <a:latin typeface="Times New Roman" panose="02020603050405020304" charset="0"/>
                <a:ea typeface="Arial" panose="020B0604020202020204"/>
                <a:cs typeface="Times New Roman" panose="02020603050405020304" charset="0"/>
              </a:endParaRPr>
            </a:p>
            <a:p>
              <a:pPr marL="710565" algn="l" rtl="0" eaLnBrk="0">
                <a:lnSpc>
                  <a:spcPct val="80000"/>
                </a:lnSpc>
                <a:spcBef>
                  <a:spcPts val="1380"/>
                </a:spcBef>
              </a:pPr>
              <a:r>
                <a:rPr sz="4800" kern="0" spc="-190" dirty="0">
                  <a:solidFill>
                    <a:srgbClr val="FFFFFF">
                      <a:alpha val="100000"/>
                    </a:srgbClr>
                  </a:solidFill>
                  <a:latin typeface="Times New Roman" panose="02020603050405020304" charset="0"/>
                  <a:ea typeface="Times New Roman" panose="02020603050405020304"/>
                  <a:cs typeface="Times New Roman" panose="02020603050405020304" charset="0"/>
                </a:rPr>
                <a:t>Musicology</a:t>
              </a:r>
              <a:endParaRPr sz="4800" dirty="0">
                <a:latin typeface="Times New Roman" panose="02020603050405020304" charset="0"/>
                <a:ea typeface="Times New Roman" panose="02020603050405020304"/>
                <a:cs typeface="Times New Roman" panose="02020603050405020304" charset="0"/>
              </a:endParaRPr>
            </a:p>
          </p:txBody>
        </p:sp>
      </p:grpSp>
      <p:sp>
        <p:nvSpPr>
          <p:cNvPr id="7" name="文本框 6"/>
          <p:cNvSpPr txBox="1"/>
          <p:nvPr/>
        </p:nvSpPr>
        <p:spPr>
          <a:xfrm>
            <a:off x="20950555" y="15448280"/>
            <a:ext cx="8870950" cy="1106805"/>
          </a:xfrm>
          <a:prstGeom prst="rect">
            <a:avLst/>
          </a:prstGeom>
          <a:noFill/>
        </p:spPr>
        <p:txBody>
          <a:bodyPr wrap="square" rtlCol="0">
            <a:spAutoFit/>
          </a:bodyPr>
          <a:lstStyle/>
          <a:p>
            <a:r>
              <a:rPr lang="en-US" altLang="zh-CN" sz="6600">
                <a:solidFill>
                  <a:schemeClr val="bg1"/>
                </a:solidFill>
                <a:latin typeface="Times New Roman" panose="02020603050405020304" charset="0"/>
                <a:cs typeface="Times New Roman" panose="02020603050405020304" charset="0"/>
              </a:rPr>
              <a:t>2430031228 Wang Junbo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172995" y="-271849"/>
            <a:ext cx="32943113" cy="18559849"/>
          </a:xfrm>
          <a:prstGeom prst="rect">
            <a:avLst/>
          </a:prstGeom>
        </p:spPr>
      </p:pic>
      <p:sp>
        <p:nvSpPr>
          <p:cNvPr id="4" name="textbox 4"/>
          <p:cNvSpPr/>
          <p:nvPr/>
        </p:nvSpPr>
        <p:spPr>
          <a:xfrm>
            <a:off x="6210300" y="762000"/>
            <a:ext cx="16659225" cy="3249295"/>
          </a:xfrm>
          <a:prstGeom prst="rect">
            <a:avLst/>
          </a:prstGeom>
          <a:noFill/>
          <a:ln w="0" cap="flat">
            <a:noFill/>
            <a:prstDash val="solid"/>
            <a:miter lim="0"/>
          </a:ln>
        </p:spPr>
        <p:txBody>
          <a:bodyPr vert="horz" wrap="square" lIns="0" tIns="0" rIns="0" bIns="0"/>
          <a:lstStyle/>
          <a:p>
            <a:pPr algn="l" rtl="0" eaLnBrk="0">
              <a:lnSpc>
                <a:spcPct val="83000"/>
              </a:lnSpc>
            </a:pPr>
            <a:endParaRPr sz="20000" dirty="0">
              <a:latin typeface="Arial" panose="020B0604020202020204"/>
              <a:ea typeface="Arial" panose="020B0604020202020204"/>
              <a:cs typeface="Arial" panose="020B0604020202020204"/>
            </a:endParaRPr>
          </a:p>
          <a:p>
            <a:pPr marL="5041265" algn="l" rtl="0" eaLnBrk="0">
              <a:lnSpc>
                <a:spcPts val="10305"/>
              </a:lnSpc>
            </a:pPr>
            <a:r>
              <a:rPr lang="en-US" sz="20000" dirty="0">
                <a:solidFill>
                  <a:schemeClr val="bg1"/>
                </a:solidFill>
                <a:latin typeface="Times New Roman" panose="02020603050405020304"/>
                <a:ea typeface="Times New Roman" panose="02020603050405020304"/>
                <a:cs typeface="Times New Roman" panose="02020603050405020304"/>
              </a:rPr>
              <a:t>Content</a:t>
            </a:r>
          </a:p>
        </p:txBody>
      </p:sp>
      <p:sp>
        <p:nvSpPr>
          <p:cNvPr id="7" name="文本框 6"/>
          <p:cNvSpPr txBox="1"/>
          <p:nvPr/>
        </p:nvSpPr>
        <p:spPr>
          <a:xfrm>
            <a:off x="11338560" y="5103495"/>
            <a:ext cx="15692755" cy="5191760"/>
          </a:xfrm>
          <a:prstGeom prst="rect">
            <a:avLst/>
          </a:prstGeom>
          <a:noFill/>
        </p:spPr>
        <p:txBody>
          <a:bodyPr wrap="square" rtlCol="0">
            <a:noAutofit/>
          </a:bodyPr>
          <a:lstStyle/>
          <a:p>
            <a:pPr algn="just">
              <a:lnSpc>
                <a:spcPct val="200000"/>
              </a:lnSpc>
            </a:pPr>
            <a:r>
              <a:rPr lang="en-US" altLang="zh-CN" sz="8800">
                <a:solidFill>
                  <a:schemeClr val="bg1"/>
                </a:solidFill>
                <a:latin typeface="Times New Roman" panose="02020603050405020304" charset="0"/>
                <a:cs typeface="Times New Roman" panose="02020603050405020304" charset="0"/>
              </a:rPr>
              <a:t>1.Why this AI tool?</a:t>
            </a:r>
          </a:p>
          <a:p>
            <a:pPr algn="just">
              <a:lnSpc>
                <a:spcPct val="200000"/>
              </a:lnSpc>
            </a:pPr>
            <a:r>
              <a:rPr lang="en-US" altLang="zh-CN" sz="8800">
                <a:solidFill>
                  <a:schemeClr val="bg1"/>
                </a:solidFill>
                <a:latin typeface="Times New Roman" panose="02020603050405020304" charset="0"/>
                <a:cs typeface="Times New Roman" panose="02020603050405020304" charset="0"/>
              </a:rPr>
              <a:t>2.Why this period(s)</a:t>
            </a:r>
          </a:p>
          <a:p>
            <a:pPr algn="just">
              <a:lnSpc>
                <a:spcPct val="200000"/>
              </a:lnSpc>
            </a:pPr>
            <a:r>
              <a:rPr lang="en-US" altLang="zh-CN" sz="8800">
                <a:solidFill>
                  <a:schemeClr val="bg1"/>
                </a:solidFill>
                <a:latin typeface="Times New Roman" panose="02020603050405020304" charset="0"/>
                <a:cs typeface="Times New Roman" panose="02020603050405020304" charset="0"/>
              </a:rPr>
              <a:t>3.What happened?</a:t>
            </a:r>
          </a:p>
          <a:p>
            <a:pPr algn="just">
              <a:lnSpc>
                <a:spcPct val="200000"/>
              </a:lnSpc>
            </a:pPr>
            <a:r>
              <a:rPr lang="en-US" altLang="zh-CN" sz="8800">
                <a:solidFill>
                  <a:schemeClr val="bg1"/>
                </a:solidFill>
                <a:latin typeface="Times New Roman" panose="02020603050405020304" charset="0"/>
                <a:cs typeface="Times New Roman" panose="02020603050405020304" charset="0"/>
              </a:rPr>
              <a:t>4.What does it mean today?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76"/>
          <p:cNvPicPr>
            <a:picLocks noChangeAspect="1"/>
          </p:cNvPicPr>
          <p:nvPr/>
        </p:nvPicPr>
        <p:blipFill>
          <a:blip r:embed="rId2"/>
          <a:stretch>
            <a:fillRect/>
          </a:stretch>
        </p:blipFill>
        <p:spPr>
          <a:xfrm rot="21600000">
            <a:off x="0" y="0"/>
            <a:ext cx="32745405" cy="18288000"/>
          </a:xfrm>
          <a:prstGeom prst="rect">
            <a:avLst/>
          </a:prstGeom>
        </p:spPr>
      </p:pic>
      <p:sp>
        <p:nvSpPr>
          <p:cNvPr id="78" name="textbox 78"/>
          <p:cNvSpPr/>
          <p:nvPr/>
        </p:nvSpPr>
        <p:spPr>
          <a:xfrm>
            <a:off x="2751455" y="5450840"/>
            <a:ext cx="12404090" cy="11071860"/>
          </a:xfrm>
          <a:prstGeom prst="rect">
            <a:avLst/>
          </a:prstGeom>
          <a:noFill/>
          <a:ln w="0" cap="flat">
            <a:noFill/>
            <a:prstDash val="solid"/>
            <a:miter lim="0"/>
          </a:ln>
        </p:spPr>
        <p:txBody>
          <a:bodyPr vert="horz" wrap="square" lIns="0" tIns="0" rIns="0" bIns="0"/>
          <a:lstStyle/>
          <a:p>
            <a:pPr algn="l" rtl="0" eaLnBrk="0">
              <a:lnSpc>
                <a:spcPct val="200000"/>
              </a:lnSpc>
            </a:pPr>
            <a:r>
              <a:rPr lang="en-US" altLang="zh-CN" sz="4800" dirty="0">
                <a:solidFill>
                  <a:schemeClr val="bg1"/>
                </a:solidFill>
                <a:latin typeface="Times New Roman" panose="02020603050405020304" charset="0"/>
                <a:ea typeface="Arial" panose="020B0604020202020204"/>
                <a:cs typeface="Times New Roman" panose="02020603050405020304" charset="0"/>
              </a:rPr>
              <a:t>Kling AI, with its powerful cinematic picture quality and suitable because it could transform abstract ideas such as sound, diplomacy, and contradiction into symbolic moving images.has become the best choice for expressing such grand and abstract themes</a:t>
            </a:r>
          </a:p>
        </p:txBody>
      </p:sp>
      <p:sp>
        <p:nvSpPr>
          <p:cNvPr id="80" name="textbox 80"/>
          <p:cNvSpPr/>
          <p:nvPr/>
        </p:nvSpPr>
        <p:spPr>
          <a:xfrm>
            <a:off x="16808450" y="2694305"/>
            <a:ext cx="14388465" cy="2423160"/>
          </a:xfrm>
          <a:prstGeom prst="rect">
            <a:avLst/>
          </a:prstGeom>
          <a:noFill/>
          <a:ln w="0" cap="flat">
            <a:noFill/>
            <a:prstDash val="solid"/>
            <a:miter lim="0"/>
          </a:ln>
        </p:spPr>
        <p:txBody>
          <a:bodyPr vert="horz" wrap="square" lIns="0" tIns="0" rIns="0" bIns="0"/>
          <a:lstStyle/>
          <a:p>
            <a:pPr algn="l" rtl="0" eaLnBrk="0">
              <a:lnSpc>
                <a:spcPct val="179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882650" algn="l" rtl="0" eaLnBrk="0">
              <a:lnSpc>
                <a:spcPct val="79000"/>
              </a:lnSpc>
              <a:tabLst>
                <a:tab pos="1250950" algn="l"/>
              </a:tabLst>
            </a:pPr>
            <a:r>
              <a:rPr sz="6700" kern="0" spc="0" dirty="0">
                <a:solidFill>
                  <a:srgbClr val="F0C010">
                    <a:alpha val="100000"/>
                  </a:srgbClr>
                </a:solidFill>
                <a:latin typeface="Times New Roman" panose="02020603050405020304"/>
                <a:ea typeface="Times New Roman" panose="02020603050405020304"/>
                <a:cs typeface="Times New Roman" panose="02020603050405020304"/>
              </a:rPr>
              <a:t>	</a:t>
            </a:r>
            <a:r>
              <a:rPr lang="en-US" sz="7400" kern="0" spc="-10" dirty="0">
                <a:solidFill>
                  <a:srgbClr val="FFFF00">
                    <a:alpha val="100000"/>
                  </a:srgbClr>
                </a:solidFill>
                <a:latin typeface="Times New Roman" panose="02020603050405020304"/>
                <a:ea typeface="Times New Roman" panose="02020603050405020304"/>
                <a:cs typeface="Times New Roman" panose="02020603050405020304"/>
              </a:rPr>
              <a:t>How did Kling AI shape my work</a:t>
            </a:r>
            <a:endParaRPr sz="1000" dirty="0">
              <a:solidFill>
                <a:srgbClr val="FFFF00"/>
              </a:solidFill>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marL="12700" algn="l" rtl="0" eaLnBrk="0">
              <a:lnSpc>
                <a:spcPct val="77000"/>
              </a:lnSpc>
              <a:spcBef>
                <a:spcPts val="1805"/>
              </a:spcBef>
            </a:pPr>
            <a:endParaRPr sz="4700" dirty="0">
              <a:latin typeface="Arial" panose="020B0604020202020204"/>
              <a:ea typeface="Arial" panose="020B0604020202020204"/>
              <a:cs typeface="Arial" panose="020B0604020202020204"/>
            </a:endParaRPr>
          </a:p>
        </p:txBody>
      </p:sp>
      <p:pic>
        <p:nvPicPr>
          <p:cNvPr id="82" name="picture 82"/>
          <p:cNvPicPr>
            <a:picLocks noChangeAspect="1"/>
          </p:cNvPicPr>
          <p:nvPr/>
        </p:nvPicPr>
        <p:blipFill>
          <a:blip r:embed="rId3"/>
          <a:stretch>
            <a:fillRect/>
          </a:stretch>
        </p:blipFill>
        <p:spPr>
          <a:xfrm rot="21600000">
            <a:off x="17078960" y="2910840"/>
            <a:ext cx="825479" cy="857341"/>
          </a:xfrm>
          <a:prstGeom prst="rect">
            <a:avLst/>
          </a:prstGeom>
        </p:spPr>
      </p:pic>
      <p:sp>
        <p:nvSpPr>
          <p:cNvPr id="84" name="textbox 84"/>
          <p:cNvSpPr/>
          <p:nvPr/>
        </p:nvSpPr>
        <p:spPr>
          <a:xfrm>
            <a:off x="1574860" y="118955"/>
            <a:ext cx="14592935" cy="4999354"/>
          </a:xfrm>
          <a:prstGeom prst="rect">
            <a:avLst/>
          </a:prstGeom>
          <a:noFill/>
          <a:ln w="0" cap="flat">
            <a:noFill/>
            <a:prstDash val="solid"/>
            <a:miter lim="0"/>
          </a:ln>
        </p:spPr>
        <p:txBody>
          <a:bodyPr vert="horz" wrap="square" lIns="0" tIns="0" rIns="0" bIns="0"/>
          <a:lstStyle/>
          <a:p>
            <a:pPr algn="l" rtl="0" eaLnBrk="0">
              <a:lnSpc>
                <a:spcPct val="52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3000"/>
              </a:lnSpc>
            </a:pPr>
            <a:endParaRPr sz="1800" dirty="0">
              <a:latin typeface="Arial" panose="020B0604020202020204"/>
              <a:ea typeface="Arial" panose="020B0604020202020204"/>
              <a:cs typeface="Arial" panose="020B0604020202020204"/>
            </a:endParaRPr>
          </a:p>
          <a:p>
            <a:pPr marL="1186815" algn="l" rtl="0" eaLnBrk="0">
              <a:lnSpc>
                <a:spcPct val="100000"/>
              </a:lnSpc>
              <a:spcBef>
                <a:spcPts val="5"/>
              </a:spcBef>
            </a:pPr>
            <a:r>
              <a:rPr sz="7400" kern="0" spc="1830" dirty="0">
                <a:solidFill>
                  <a:srgbClr val="F0C010">
                    <a:alpha val="100000"/>
                  </a:srgbClr>
                </a:solidFill>
                <a:latin typeface="隶书" panose="02010509060101010101" charset="-122"/>
                <a:ea typeface="隶书" panose="02010509060101010101" charset="-122"/>
                <a:cs typeface="隶书" panose="02010509060101010101" charset="-122"/>
              </a:rPr>
              <a:t>田</a:t>
            </a:r>
            <a:r>
              <a:rPr sz="7400" kern="0" spc="-510" dirty="0">
                <a:solidFill>
                  <a:srgbClr val="FFFF00">
                    <a:alpha val="100000"/>
                  </a:srgbClr>
                </a:solidFill>
                <a:latin typeface="Times New Roman" panose="02020603050405020304"/>
                <a:ea typeface="Times New Roman" panose="02020603050405020304"/>
                <a:cs typeface="Times New Roman" panose="02020603050405020304"/>
              </a:rPr>
              <a:t>Why </a:t>
            </a:r>
            <a:r>
              <a:rPr lang="en-US" sz="7400" kern="0" spc="-510" dirty="0">
                <a:solidFill>
                  <a:srgbClr val="FFFF00">
                    <a:alpha val="100000"/>
                  </a:srgbClr>
                </a:solidFill>
                <a:latin typeface="Times New Roman" panose="02020603050405020304"/>
                <a:ea typeface="Times New Roman" panose="02020603050405020304"/>
                <a:cs typeface="Times New Roman" panose="02020603050405020304"/>
              </a:rPr>
              <a:t>Kling AI? (</a:t>
            </a:r>
            <a:r>
              <a:rPr lang="zh-CN" altLang="en-US" sz="7400" kern="0" spc="-510" dirty="0">
                <a:solidFill>
                  <a:srgbClr val="FFFF00">
                    <a:alpha val="100000"/>
                  </a:srgbClr>
                </a:solidFill>
                <a:latin typeface="Times New Roman" panose="02020603050405020304"/>
                <a:ea typeface="宋体" panose="02010600030101010101" pitchFamily="2" charset="-122"/>
                <a:cs typeface="Times New Roman" panose="02020603050405020304"/>
              </a:rPr>
              <a:t>可灵</a:t>
            </a:r>
            <a:r>
              <a:rPr lang="en-US" altLang="zh-CN" sz="7400" kern="0" spc="-510" dirty="0">
                <a:solidFill>
                  <a:srgbClr val="FFFF00">
                    <a:alpha val="100000"/>
                  </a:srgbClr>
                </a:solidFill>
                <a:latin typeface="Times New Roman" panose="02020603050405020304"/>
                <a:ea typeface="宋体" panose="02010600030101010101" pitchFamily="2" charset="-122"/>
                <a:cs typeface="Times New Roman" panose="02020603050405020304"/>
              </a:rPr>
              <a:t>AI</a:t>
            </a:r>
            <a:r>
              <a:rPr lang="zh-CN" altLang="en-US" sz="7400" kern="0" spc="-510" dirty="0">
                <a:solidFill>
                  <a:srgbClr val="FFFF00">
                    <a:alpha val="100000"/>
                  </a:srgbClr>
                </a:solidFill>
                <a:latin typeface="Times New Roman" panose="02020603050405020304"/>
                <a:ea typeface="宋体" panose="02010600030101010101" pitchFamily="2" charset="-122"/>
                <a:cs typeface="Times New Roman" panose="02020603050405020304"/>
              </a:rPr>
              <a:t>）</a:t>
            </a:r>
          </a:p>
        </p:txBody>
      </p:sp>
      <p:sp>
        <p:nvSpPr>
          <p:cNvPr id="2" name="textbox 78"/>
          <p:cNvSpPr/>
          <p:nvPr/>
        </p:nvSpPr>
        <p:spPr>
          <a:xfrm>
            <a:off x="17904460" y="5118100"/>
            <a:ext cx="13291820" cy="11071860"/>
          </a:xfrm>
          <a:prstGeom prst="rect">
            <a:avLst/>
          </a:prstGeom>
          <a:noFill/>
          <a:ln w="0" cap="flat">
            <a:noFill/>
            <a:prstDash val="solid"/>
            <a:miter lim="0"/>
          </a:ln>
        </p:spPr>
        <p:txBody>
          <a:bodyPr vert="horz" wrap="square" lIns="0" tIns="0" rIns="0" bIns="0"/>
          <a:lstStyle/>
          <a:p>
            <a:pPr algn="l" rtl="0" eaLnBrk="0">
              <a:lnSpc>
                <a:spcPct val="200000"/>
              </a:lnSpc>
            </a:pPr>
            <a:r>
              <a:rPr lang="en-US" altLang="zh-CN" sz="4800" b="1" dirty="0">
                <a:solidFill>
                  <a:srgbClr val="FFFF00"/>
                </a:solidFill>
                <a:latin typeface="Times New Roman" panose="02020603050405020304" charset="0"/>
                <a:ea typeface="Arial" panose="020B0604020202020204"/>
                <a:cs typeface="Times New Roman" panose="02020603050405020304" charset="0"/>
              </a:rPr>
              <a:t>Fluid morphing:</a:t>
            </a:r>
            <a:r>
              <a:rPr lang="en-US" altLang="zh-CN" sz="4800" dirty="0">
                <a:solidFill>
                  <a:schemeClr val="bg1"/>
                </a:solidFill>
                <a:latin typeface="Times New Roman" panose="02020603050405020304" charset="0"/>
                <a:ea typeface="Arial" panose="020B0604020202020204"/>
                <a:cs typeface="Times New Roman" panose="02020603050405020304" charset="0"/>
              </a:rPr>
              <a:t> Turns Cold War maps into musical staff lines, showing music crossing political borders.</a:t>
            </a:r>
          </a:p>
          <a:p>
            <a:pPr algn="l" rtl="0" eaLnBrk="0">
              <a:lnSpc>
                <a:spcPct val="200000"/>
              </a:lnSpc>
            </a:pPr>
            <a:r>
              <a:rPr lang="en-US" altLang="zh-CN" sz="4800" b="1" dirty="0">
                <a:solidFill>
                  <a:srgbClr val="FFFF00"/>
                </a:solidFill>
                <a:latin typeface="Times New Roman" panose="02020603050405020304" charset="0"/>
                <a:ea typeface="Arial" panose="020B0604020202020204"/>
                <a:cs typeface="Times New Roman" panose="02020603050405020304" charset="0"/>
              </a:rPr>
              <a:t>Cinematic motion:</a:t>
            </a:r>
            <a:r>
              <a:rPr lang="en-US" altLang="zh-CN" sz="4800" dirty="0">
                <a:solidFill>
                  <a:schemeClr val="bg1"/>
                </a:solidFill>
                <a:latin typeface="Times New Roman" panose="02020603050405020304" charset="0"/>
                <a:ea typeface="Arial" panose="020B0604020202020204"/>
                <a:cs typeface="Times New Roman" panose="02020603050405020304" charset="0"/>
              </a:rPr>
              <a:t> Visualizes jazz as movement, not static history.</a:t>
            </a:r>
          </a:p>
          <a:p>
            <a:pPr algn="l" rtl="0" eaLnBrk="0">
              <a:lnSpc>
                <a:spcPct val="200000"/>
              </a:lnSpc>
            </a:pPr>
            <a:r>
              <a:rPr lang="en-US" altLang="zh-CN" sz="4800" b="1" dirty="0">
                <a:solidFill>
                  <a:srgbClr val="FFFF00"/>
                </a:solidFill>
                <a:latin typeface="Times New Roman" panose="02020603050405020304" charset="0"/>
                <a:ea typeface="Arial" panose="020B0604020202020204"/>
                <a:cs typeface="Times New Roman" panose="02020603050405020304" charset="0"/>
              </a:rPr>
              <a:t>Lighting contrast:</a:t>
            </a:r>
            <a:r>
              <a:rPr lang="en-US" altLang="zh-CN" sz="4800" dirty="0">
                <a:solidFill>
                  <a:schemeClr val="bg1"/>
                </a:solidFill>
                <a:latin typeface="Times New Roman" panose="02020603050405020304" charset="0"/>
                <a:ea typeface="Arial" panose="020B0604020202020204"/>
                <a:cs typeface="Times New Roman" panose="02020603050405020304" charset="0"/>
              </a:rPr>
              <a:t> Separates “freedom abroad” from “inequality at home,” making the contradiction visible.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6"/>
          <p:cNvPicPr>
            <a:picLocks noChangeAspect="1"/>
          </p:cNvPicPr>
          <p:nvPr/>
        </p:nvPicPr>
        <p:blipFill>
          <a:blip r:embed="rId2"/>
          <a:stretch>
            <a:fillRect/>
          </a:stretch>
        </p:blipFill>
        <p:spPr>
          <a:xfrm rot="21600000">
            <a:off x="-420130" y="0"/>
            <a:ext cx="33338530" cy="18288000"/>
          </a:xfrm>
          <a:prstGeom prst="rect">
            <a:avLst/>
          </a:prstGeom>
        </p:spPr>
      </p:pic>
      <p:sp>
        <p:nvSpPr>
          <p:cNvPr id="18" name="textbox 18"/>
          <p:cNvSpPr/>
          <p:nvPr/>
        </p:nvSpPr>
        <p:spPr>
          <a:xfrm>
            <a:off x="1498457" y="2090272"/>
            <a:ext cx="28056839" cy="4805045"/>
          </a:xfrm>
          <a:prstGeom prst="rect">
            <a:avLst/>
          </a:prstGeom>
          <a:noFill/>
          <a:ln w="0" cap="flat">
            <a:noFill/>
            <a:prstDash val="solid"/>
            <a:miter lim="0"/>
          </a:ln>
        </p:spPr>
        <p:txBody>
          <a:bodyPr vert="horz" wrap="square" lIns="0" tIns="0" rIns="0" bIns="0"/>
          <a:lstStyle/>
          <a:p>
            <a:pPr algn="l" rtl="0" eaLnBrk="0">
              <a:lnSpc>
                <a:spcPct val="102000"/>
              </a:lnSpc>
            </a:pPr>
            <a:endParaRPr sz="100" dirty="0">
              <a:latin typeface="Arial" panose="020B0604020202020204"/>
              <a:ea typeface="Arial" panose="020B0604020202020204"/>
              <a:cs typeface="Arial" panose="020B0604020202020204"/>
            </a:endParaRPr>
          </a:p>
          <a:p>
            <a:pPr marL="12700" algn="l" rtl="0" eaLnBrk="0">
              <a:lnSpc>
                <a:spcPct val="77000"/>
              </a:lnSpc>
              <a:spcBef>
                <a:spcPts val="0"/>
              </a:spcBef>
            </a:pPr>
            <a:r>
              <a:rPr sz="10300" kern="0" spc="-140" dirty="0">
                <a:solidFill>
                  <a:srgbClr val="FFFFFF">
                    <a:alpha val="100000"/>
                  </a:srgbClr>
                </a:solidFill>
                <a:latin typeface="Times New Roman" panose="02020603050405020304"/>
                <a:ea typeface="Times New Roman" panose="02020603050405020304"/>
                <a:cs typeface="Times New Roman" panose="02020603050405020304"/>
              </a:rPr>
              <a:t>C</a:t>
            </a:r>
            <a:r>
              <a:rPr sz="10300" b="1" kern="0" spc="-140" dirty="0">
                <a:solidFill>
                  <a:srgbClr val="FFFFFF">
                    <a:alpha val="100000"/>
                  </a:srgbClr>
                </a:solidFill>
                <a:latin typeface="Times New Roman" panose="02020603050405020304"/>
                <a:ea typeface="Times New Roman" panose="02020603050405020304"/>
                <a:cs typeface="Times New Roman" panose="02020603050405020304"/>
              </a:rPr>
              <a:t>entral Argument</a:t>
            </a:r>
            <a:endParaRPr sz="10300" dirty="0">
              <a:latin typeface="Times New Roman" panose="02020603050405020304"/>
              <a:ea typeface="Times New Roman" panose="02020603050405020304"/>
              <a:cs typeface="Times New Roman" panose="020206030504050203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5000"/>
              </a:lnSpc>
            </a:pPr>
            <a:endParaRPr sz="1400" dirty="0">
              <a:latin typeface="Arial" panose="020B0604020202020204"/>
              <a:ea typeface="Arial" panose="020B0604020202020204"/>
              <a:cs typeface="Arial" panose="020B0604020202020204"/>
            </a:endParaRPr>
          </a:p>
          <a:p>
            <a:pPr algn="l" rtl="0" eaLnBrk="0">
              <a:lnSpc>
                <a:spcPct val="11000"/>
              </a:lnSpc>
            </a:pPr>
            <a:endParaRPr sz="100" dirty="0">
              <a:latin typeface="Arial" panose="020B0604020202020204"/>
              <a:ea typeface="Arial" panose="020B0604020202020204"/>
              <a:cs typeface="Arial" panose="020B0604020202020204"/>
            </a:endParaRPr>
          </a:p>
          <a:p>
            <a:pPr algn="r" rtl="0" eaLnBrk="0">
              <a:lnSpc>
                <a:spcPct val="77000"/>
              </a:lnSpc>
            </a:pPr>
            <a:r>
              <a:rPr sz="5900" b="1" i="1" kern="0" spc="-190" dirty="0">
                <a:solidFill>
                  <a:srgbClr val="FFFFFF">
                    <a:alpha val="100000"/>
                  </a:srgbClr>
                </a:solidFill>
                <a:latin typeface="Times New Roman" panose="02020603050405020304"/>
                <a:ea typeface="Times New Roman" panose="02020603050405020304"/>
                <a:cs typeface="Times New Roman" panose="02020603050405020304"/>
              </a:rPr>
              <a:t>"Music can act a</a:t>
            </a:r>
            <a:r>
              <a:rPr sz="5900" b="1" i="1" kern="0" spc="-180" dirty="0">
                <a:solidFill>
                  <a:srgbClr val="FFFFFF">
                    <a:alpha val="100000"/>
                  </a:srgbClr>
                </a:solidFill>
                <a:latin typeface="Times New Roman" panose="02020603050405020304"/>
                <a:ea typeface="Times New Roman" panose="02020603050405020304"/>
                <a:cs typeface="Times New Roman" panose="02020603050405020304"/>
              </a:rPr>
              <a:t>s</a:t>
            </a:r>
            <a:r>
              <a:rPr sz="5900" b="1" i="1" kern="0" spc="-770" dirty="0">
                <a:solidFill>
                  <a:srgbClr val="FFFFFF">
                    <a:alpha val="100000"/>
                  </a:srgbClr>
                </a:solidFill>
                <a:latin typeface="Times New Roman" panose="02020603050405020304"/>
                <a:ea typeface="Times New Roman" panose="02020603050405020304"/>
                <a:cs typeface="Times New Roman" panose="02020603050405020304"/>
              </a:rPr>
              <a:t> </a:t>
            </a:r>
            <a:r>
              <a:rPr sz="5900" b="1" i="1" kern="0" spc="-180" dirty="0">
                <a:solidFill>
                  <a:srgbClr val="FFFFFF">
                    <a:alpha val="100000"/>
                  </a:srgbClr>
                </a:solidFill>
                <a:latin typeface="Times New Roman" panose="02020603050405020304"/>
                <a:ea typeface="Times New Roman" panose="02020603050405020304"/>
                <a:cs typeface="Times New Roman" panose="02020603050405020304"/>
              </a:rPr>
              <a:t>political diplomacy,but it also reveals the deeply rooted contradictio</a:t>
            </a:r>
            <a:r>
              <a:rPr sz="5900" b="1" i="1" kern="0" spc="-190" dirty="0">
                <a:solidFill>
                  <a:srgbClr val="FFFFFF">
                    <a:alpha val="100000"/>
                  </a:srgbClr>
                </a:solidFill>
                <a:latin typeface="Times New Roman" panose="02020603050405020304"/>
                <a:ea typeface="Times New Roman" panose="02020603050405020304"/>
                <a:cs typeface="Times New Roman" panose="02020603050405020304"/>
              </a:rPr>
              <a:t>ns insid</a:t>
            </a:r>
            <a:r>
              <a:rPr sz="5900" b="1" i="1" kern="0" spc="-30" dirty="0">
                <a:solidFill>
                  <a:srgbClr val="FFFFFF">
                    <a:alpha val="100000"/>
                  </a:srgbClr>
                </a:solidFill>
                <a:latin typeface="Times New Roman" panose="02020603050405020304"/>
                <a:ea typeface="Times New Roman" panose="02020603050405020304"/>
                <a:cs typeface="Times New Roman" panose="02020603050405020304"/>
              </a:rPr>
              <a:t>e</a:t>
            </a:r>
            <a:endParaRPr sz="5900" dirty="0">
              <a:latin typeface="Times New Roman" panose="02020603050405020304"/>
              <a:ea typeface="Times New Roman" panose="02020603050405020304"/>
              <a:cs typeface="Times New Roman" panose="02020603050405020304"/>
            </a:endParaRPr>
          </a:p>
        </p:txBody>
      </p:sp>
      <p:sp>
        <p:nvSpPr>
          <p:cNvPr id="20" name="textbox 20"/>
          <p:cNvSpPr/>
          <p:nvPr/>
        </p:nvSpPr>
        <p:spPr>
          <a:xfrm>
            <a:off x="2597038" y="7091730"/>
            <a:ext cx="10801984" cy="719455"/>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a:ea typeface="Arial" panose="020B0604020202020204"/>
              <a:cs typeface="Arial" panose="020B0604020202020204"/>
            </a:endParaRPr>
          </a:p>
          <a:p>
            <a:pPr algn="r" rtl="0" eaLnBrk="0">
              <a:lnSpc>
                <a:spcPct val="77000"/>
              </a:lnSpc>
            </a:pPr>
            <a:r>
              <a:rPr sz="5900" b="1" i="1" kern="0" spc="-200" dirty="0">
                <a:solidFill>
                  <a:srgbClr val="FFFFFF">
                    <a:alpha val="100000"/>
                  </a:srgbClr>
                </a:solidFill>
                <a:latin typeface="Times New Roman" panose="02020603050405020304"/>
                <a:ea typeface="Times New Roman" panose="02020603050405020304"/>
                <a:cs typeface="Times New Roman" panose="02020603050405020304"/>
              </a:rPr>
              <a:t>the</a:t>
            </a:r>
            <a:r>
              <a:rPr sz="5900" b="1" i="1" kern="0" spc="-790" dirty="0">
                <a:solidFill>
                  <a:srgbClr val="FFFFFF">
                    <a:alpha val="100000"/>
                  </a:srgbClr>
                </a:solidFill>
                <a:latin typeface="Times New Roman" panose="02020603050405020304"/>
                <a:ea typeface="Times New Roman" panose="02020603050405020304"/>
                <a:cs typeface="Times New Roman" panose="02020603050405020304"/>
              </a:rPr>
              <a:t> </a:t>
            </a:r>
            <a:r>
              <a:rPr sz="5900" b="1" i="1" kern="0" spc="-200" dirty="0">
                <a:solidFill>
                  <a:srgbClr val="FFFFFF">
                    <a:alpha val="100000"/>
                  </a:srgbClr>
                </a:solidFill>
                <a:latin typeface="Times New Roman" panose="02020603050405020304"/>
                <a:ea typeface="Times New Roman" panose="02020603050405020304"/>
                <a:cs typeface="Times New Roman" panose="02020603050405020304"/>
              </a:rPr>
              <a:t>political civilizat</a:t>
            </a:r>
            <a:r>
              <a:rPr sz="5900" b="1" i="1" kern="0" spc="-190" dirty="0">
                <a:solidFill>
                  <a:srgbClr val="FFFFFF">
                    <a:alpha val="100000"/>
                  </a:srgbClr>
                </a:solidFill>
                <a:latin typeface="Times New Roman" panose="02020603050405020304"/>
                <a:ea typeface="Times New Roman" panose="02020603050405020304"/>
                <a:cs typeface="Times New Roman" panose="02020603050405020304"/>
              </a:rPr>
              <a:t>ion i</a:t>
            </a:r>
            <a:r>
              <a:rPr sz="5900" b="1" i="1" kern="0" spc="-200" dirty="0">
                <a:solidFill>
                  <a:srgbClr val="FFFFFF">
                    <a:alpha val="100000"/>
                  </a:srgbClr>
                </a:solidFill>
                <a:latin typeface="Times New Roman" panose="02020603050405020304"/>
                <a:ea typeface="Times New Roman" panose="02020603050405020304"/>
                <a:cs typeface="Times New Roman" panose="02020603050405020304"/>
              </a:rPr>
              <a:t>t represents.</a:t>
            </a:r>
            <a:r>
              <a:rPr sz="5900" b="1" i="1" kern="0" spc="-580" dirty="0">
                <a:solidFill>
                  <a:srgbClr val="FFFFFF">
                    <a:alpha val="100000"/>
                  </a:srgbClr>
                </a:solidFill>
                <a:latin typeface="Times New Roman" panose="02020603050405020304"/>
                <a:ea typeface="Times New Roman" panose="02020603050405020304"/>
                <a:cs typeface="Times New Roman" panose="02020603050405020304"/>
              </a:rPr>
              <a:t> </a:t>
            </a:r>
            <a:r>
              <a:rPr sz="5900" b="1" i="1" kern="0" spc="20" dirty="0">
                <a:solidFill>
                  <a:srgbClr val="FFFFFF">
                    <a:alpha val="100000"/>
                  </a:srgbClr>
                </a:solidFill>
                <a:latin typeface="Times New Roman" panose="02020603050405020304"/>
                <a:ea typeface="Times New Roman" panose="02020603050405020304"/>
                <a:cs typeface="Times New Roman" panose="02020603050405020304"/>
              </a:rPr>
              <a:t>"</a:t>
            </a:r>
            <a:endParaRPr sz="5900" dirty="0">
              <a:latin typeface="Times New Roman" panose="02020603050405020304"/>
              <a:ea typeface="Times New Roman" panose="02020603050405020304"/>
              <a:cs typeface="Times New Roman" panose="02020603050405020304"/>
            </a:endParaRPr>
          </a:p>
        </p:txBody>
      </p:sp>
      <p:sp>
        <p:nvSpPr>
          <p:cNvPr id="22" name="textbox 22"/>
          <p:cNvSpPr/>
          <p:nvPr/>
        </p:nvSpPr>
        <p:spPr>
          <a:xfrm>
            <a:off x="8947150" y="12087860"/>
            <a:ext cx="6860540" cy="643255"/>
          </a:xfrm>
          <a:prstGeom prst="rect">
            <a:avLst/>
          </a:prstGeom>
          <a:noFill/>
          <a:ln w="0" cap="flat">
            <a:noFill/>
            <a:prstDash val="solid"/>
            <a:miter lim="0"/>
          </a:ln>
        </p:spPr>
        <p:txBody>
          <a:bodyPr vert="horz" wrap="square" lIns="0" tIns="0" rIns="0" bIns="0"/>
          <a:lstStyle/>
          <a:p>
            <a:pPr algn="l" rtl="0" eaLnBrk="0">
              <a:lnSpc>
                <a:spcPct val="108000"/>
              </a:lnSpc>
            </a:pPr>
            <a:endParaRPr sz="6000" dirty="0">
              <a:latin typeface="Times New Roman" panose="02020603050405020304" charset="0"/>
              <a:ea typeface="Arial" panose="020B0604020202020204"/>
              <a:cs typeface="Times New Roman" panose="02020603050405020304" charset="0"/>
            </a:endParaRPr>
          </a:p>
          <a:p>
            <a:pPr algn="r" rtl="0" eaLnBrk="0">
              <a:lnSpc>
                <a:spcPct val="79000"/>
              </a:lnSpc>
            </a:pPr>
            <a:r>
              <a:rPr sz="6000" b="1" kern="0" spc="-210" dirty="0">
                <a:solidFill>
                  <a:srgbClr val="FFFFFF">
                    <a:alpha val="100000"/>
                  </a:srgbClr>
                </a:solidFill>
                <a:latin typeface="Times New Roman" panose="02020603050405020304" charset="0"/>
                <a:ea typeface="Times New Roman" panose="02020603050405020304"/>
                <a:cs typeface="Times New Roman" panose="02020603050405020304" charset="0"/>
              </a:rPr>
              <a:t>Cultural Diplom</a:t>
            </a:r>
            <a:r>
              <a:rPr sz="6000" b="1" kern="0" spc="-200" dirty="0">
                <a:solidFill>
                  <a:srgbClr val="FFFFFF">
                    <a:alpha val="100000"/>
                  </a:srgbClr>
                </a:solidFill>
                <a:latin typeface="Times New Roman" panose="02020603050405020304" charset="0"/>
                <a:ea typeface="Times New Roman" panose="02020603050405020304"/>
                <a:cs typeface="Times New Roman" panose="02020603050405020304" charset="0"/>
              </a:rPr>
              <a:t>ac</a:t>
            </a:r>
            <a:r>
              <a:rPr sz="6000" b="1" kern="0" spc="-50" dirty="0">
                <a:solidFill>
                  <a:srgbClr val="FFFFFF">
                    <a:alpha val="100000"/>
                  </a:srgbClr>
                </a:solidFill>
                <a:latin typeface="Times New Roman" panose="02020603050405020304" charset="0"/>
                <a:ea typeface="Times New Roman" panose="02020603050405020304"/>
                <a:cs typeface="Times New Roman" panose="02020603050405020304" charset="0"/>
              </a:rPr>
              <a:t>y</a:t>
            </a:r>
            <a:endParaRPr sz="6000" dirty="0">
              <a:latin typeface="Times New Roman" panose="02020603050405020304" charset="0"/>
              <a:ea typeface="Times New Roman" panose="02020603050405020304"/>
              <a:cs typeface="Times New Roman" panose="02020603050405020304" charset="0"/>
            </a:endParaRPr>
          </a:p>
        </p:txBody>
      </p:sp>
      <p:sp>
        <p:nvSpPr>
          <p:cNvPr id="24" name="textbox 24"/>
          <p:cNvSpPr/>
          <p:nvPr/>
        </p:nvSpPr>
        <p:spPr>
          <a:xfrm>
            <a:off x="23856315" y="12323445"/>
            <a:ext cx="7192645" cy="602615"/>
          </a:xfrm>
          <a:prstGeom prst="rect">
            <a:avLst/>
          </a:prstGeom>
          <a:noFill/>
          <a:ln w="0" cap="flat">
            <a:noFill/>
            <a:prstDash val="solid"/>
            <a:miter lim="0"/>
          </a:ln>
        </p:spPr>
        <p:txBody>
          <a:bodyPr vert="horz" wrap="square" lIns="0" tIns="0" rIns="0" bIns="0"/>
          <a:lstStyle/>
          <a:p>
            <a:pPr algn="l" rtl="0" eaLnBrk="0">
              <a:lnSpc>
                <a:spcPct val="95000"/>
              </a:lnSpc>
            </a:pPr>
            <a:endParaRPr sz="6000" dirty="0">
              <a:latin typeface="Times New Roman" panose="02020603050405020304" charset="0"/>
              <a:ea typeface="Arial" panose="020B0604020202020204"/>
              <a:cs typeface="Times New Roman" panose="02020603050405020304" charset="0"/>
            </a:endParaRPr>
          </a:p>
          <a:p>
            <a:pPr algn="r" rtl="0" eaLnBrk="0">
              <a:lnSpc>
                <a:spcPct val="77000"/>
              </a:lnSpc>
            </a:pPr>
            <a:r>
              <a:rPr sz="6000" b="1" kern="0" spc="-90" dirty="0">
                <a:solidFill>
                  <a:srgbClr val="FFFFFF">
                    <a:alpha val="100000"/>
                  </a:srgbClr>
                </a:solidFill>
                <a:latin typeface="Times New Roman" panose="02020603050405020304" charset="0"/>
                <a:ea typeface="Times New Roman" panose="02020603050405020304"/>
                <a:cs typeface="Times New Roman" panose="02020603050405020304" charset="0"/>
              </a:rPr>
              <a:t>Racial Contradictio</a:t>
            </a:r>
            <a:r>
              <a:rPr sz="6000" b="1" kern="0" spc="-100" dirty="0">
                <a:solidFill>
                  <a:srgbClr val="FFFFFF">
                    <a:alpha val="100000"/>
                  </a:srgbClr>
                </a:solidFill>
                <a:latin typeface="Times New Roman" panose="02020603050405020304" charset="0"/>
                <a:ea typeface="Times New Roman" panose="02020603050405020304"/>
                <a:cs typeface="Times New Roman" panose="02020603050405020304" charset="0"/>
              </a:rPr>
              <a:t>n</a:t>
            </a:r>
            <a:endParaRPr sz="6000" dirty="0">
              <a:latin typeface="Times New Roman" panose="02020603050405020304" charset="0"/>
              <a:ea typeface="Times New Roman" panose="02020603050405020304"/>
              <a:cs typeface="Times New Roman" panose="02020603050405020304" charset="0"/>
            </a:endParaRPr>
          </a:p>
        </p:txBody>
      </p:sp>
      <p:sp>
        <p:nvSpPr>
          <p:cNvPr id="26" name="textbox 26"/>
          <p:cNvSpPr/>
          <p:nvPr/>
        </p:nvSpPr>
        <p:spPr>
          <a:xfrm>
            <a:off x="16476345" y="12465050"/>
            <a:ext cx="6362700" cy="483235"/>
          </a:xfrm>
          <a:prstGeom prst="rect">
            <a:avLst/>
          </a:prstGeom>
          <a:noFill/>
          <a:ln w="0" cap="flat">
            <a:noFill/>
            <a:prstDash val="solid"/>
            <a:miter lim="0"/>
          </a:ln>
        </p:spPr>
        <p:txBody>
          <a:bodyPr vert="horz" wrap="square" lIns="0" tIns="0" rIns="0" bIns="0"/>
          <a:lstStyle/>
          <a:p>
            <a:pPr algn="l" rtl="0" eaLnBrk="0">
              <a:lnSpc>
                <a:spcPct val="80000"/>
              </a:lnSpc>
            </a:pPr>
            <a:endParaRPr sz="6000" dirty="0">
              <a:latin typeface="Times New Roman" panose="02020603050405020304" charset="0"/>
              <a:ea typeface="Arial" panose="020B0604020202020204"/>
              <a:cs typeface="Times New Roman" panose="02020603050405020304" charset="0"/>
            </a:endParaRPr>
          </a:p>
          <a:p>
            <a:pPr algn="r" rtl="0" eaLnBrk="0">
              <a:lnSpc>
                <a:spcPct val="76000"/>
              </a:lnSpc>
            </a:pPr>
            <a:r>
              <a:rPr sz="6000" b="1" kern="0" spc="-100" dirty="0">
                <a:solidFill>
                  <a:srgbClr val="FFFFFF">
                    <a:alpha val="100000"/>
                  </a:srgbClr>
                </a:solidFill>
                <a:latin typeface="Times New Roman" panose="02020603050405020304" charset="0"/>
                <a:ea typeface="Times New Roman" panose="02020603050405020304"/>
                <a:cs typeface="Times New Roman" panose="02020603050405020304" charset="0"/>
              </a:rPr>
              <a:t>Freedom Image</a:t>
            </a:r>
            <a:endParaRPr sz="6000" dirty="0">
              <a:latin typeface="Times New Roman" panose="02020603050405020304" charset="0"/>
              <a:ea typeface="Times New Roman" panose="02020603050405020304"/>
              <a:cs typeface="Times New Roman" panose="02020603050405020304" charset="0"/>
            </a:endParaRPr>
          </a:p>
        </p:txBody>
      </p:sp>
      <p:pic>
        <p:nvPicPr>
          <p:cNvPr id="28" name="picture 28"/>
          <p:cNvPicPr>
            <a:picLocks noChangeAspect="1"/>
          </p:cNvPicPr>
          <p:nvPr/>
        </p:nvPicPr>
        <p:blipFill>
          <a:blip r:embed="rId3"/>
          <a:stretch>
            <a:fillRect/>
          </a:stretch>
        </p:blipFill>
        <p:spPr>
          <a:xfrm rot="21600000">
            <a:off x="19386550" y="10114280"/>
            <a:ext cx="1047750" cy="1973580"/>
          </a:xfrm>
          <a:prstGeom prst="rect">
            <a:avLst/>
          </a:prstGeom>
        </p:spPr>
      </p:pic>
      <p:pic>
        <p:nvPicPr>
          <p:cNvPr id="30" name="picture 30"/>
          <p:cNvPicPr>
            <a:picLocks noChangeAspect="1"/>
          </p:cNvPicPr>
          <p:nvPr/>
        </p:nvPicPr>
        <p:blipFill>
          <a:blip r:embed="rId4"/>
          <a:stretch>
            <a:fillRect/>
          </a:stretch>
        </p:blipFill>
        <p:spPr>
          <a:xfrm rot="21600000">
            <a:off x="4102039" y="10018476"/>
            <a:ext cx="1632102" cy="965057"/>
          </a:xfrm>
          <a:prstGeom prst="rect">
            <a:avLst/>
          </a:prstGeom>
        </p:spPr>
      </p:pic>
      <p:pic>
        <p:nvPicPr>
          <p:cNvPr id="32" name="picture 32"/>
          <p:cNvPicPr>
            <a:picLocks noChangeAspect="1"/>
          </p:cNvPicPr>
          <p:nvPr/>
        </p:nvPicPr>
        <p:blipFill>
          <a:blip r:embed="rId5"/>
          <a:stretch>
            <a:fillRect/>
          </a:stretch>
        </p:blipFill>
        <p:spPr>
          <a:xfrm rot="21600000">
            <a:off x="26784358" y="10032979"/>
            <a:ext cx="1193840" cy="977858"/>
          </a:xfrm>
          <a:prstGeom prst="rect">
            <a:avLst/>
          </a:prstGeom>
        </p:spPr>
      </p:pic>
      <p:pic>
        <p:nvPicPr>
          <p:cNvPr id="34" name="picture 34"/>
          <p:cNvPicPr>
            <a:picLocks noChangeAspect="1"/>
          </p:cNvPicPr>
          <p:nvPr/>
        </p:nvPicPr>
        <p:blipFill>
          <a:blip r:embed="rId6"/>
          <a:stretch>
            <a:fillRect/>
          </a:stretch>
        </p:blipFill>
        <p:spPr>
          <a:xfrm rot="21600000">
            <a:off x="12071380" y="10045781"/>
            <a:ext cx="977961" cy="965057"/>
          </a:xfrm>
          <a:prstGeom prst="rect">
            <a:avLst/>
          </a:prstGeom>
        </p:spPr>
      </p:pic>
      <p:pic>
        <p:nvPicPr>
          <p:cNvPr id="36" name="picture 36"/>
          <p:cNvPicPr>
            <a:picLocks noChangeAspect="1"/>
          </p:cNvPicPr>
          <p:nvPr/>
        </p:nvPicPr>
        <p:blipFill>
          <a:blip r:embed="rId7"/>
          <a:stretch>
            <a:fillRect/>
          </a:stretch>
        </p:blipFill>
        <p:spPr>
          <a:xfrm rot="21600000">
            <a:off x="4735718" y="11407221"/>
            <a:ext cx="812800" cy="768278"/>
          </a:xfrm>
          <a:prstGeom prst="rect">
            <a:avLst/>
          </a:prstGeom>
        </p:spPr>
      </p:pic>
      <p:pic>
        <p:nvPicPr>
          <p:cNvPr id="38" name="picture 38"/>
          <p:cNvPicPr>
            <a:picLocks noChangeAspect="1"/>
          </p:cNvPicPr>
          <p:nvPr/>
        </p:nvPicPr>
        <p:blipFill>
          <a:blip r:embed="rId8"/>
          <a:stretch>
            <a:fillRect/>
          </a:stretch>
        </p:blipFill>
        <p:spPr>
          <a:xfrm rot="21600000">
            <a:off x="12141281" y="11464218"/>
            <a:ext cx="888878" cy="660562"/>
          </a:xfrm>
          <a:prstGeom prst="rect">
            <a:avLst/>
          </a:prstGeom>
        </p:spPr>
      </p:pic>
      <p:pic>
        <p:nvPicPr>
          <p:cNvPr id="40" name="picture 40"/>
          <p:cNvPicPr>
            <a:picLocks noChangeAspect="1"/>
          </p:cNvPicPr>
          <p:nvPr/>
        </p:nvPicPr>
        <p:blipFill>
          <a:blip r:embed="rId9"/>
          <a:stretch>
            <a:fillRect/>
          </a:stretch>
        </p:blipFill>
        <p:spPr>
          <a:xfrm rot="21600000">
            <a:off x="26993738" y="11329761"/>
            <a:ext cx="584240" cy="736457"/>
          </a:xfrm>
          <a:prstGeom prst="rect">
            <a:avLst/>
          </a:prstGeom>
        </p:spPr>
      </p:pic>
      <p:sp>
        <p:nvSpPr>
          <p:cNvPr id="42" name="textbox 42"/>
          <p:cNvSpPr/>
          <p:nvPr/>
        </p:nvSpPr>
        <p:spPr>
          <a:xfrm>
            <a:off x="4532630" y="12380595"/>
            <a:ext cx="1798320" cy="257175"/>
          </a:xfrm>
          <a:prstGeom prst="rect">
            <a:avLst/>
          </a:prstGeom>
          <a:noFill/>
          <a:ln w="0" cap="flat">
            <a:noFill/>
            <a:prstDash val="solid"/>
            <a:miter lim="0"/>
          </a:ln>
        </p:spPr>
        <p:txBody>
          <a:bodyPr vert="horz" wrap="square" lIns="0" tIns="0" rIns="0" bIns="0"/>
          <a:lstStyle/>
          <a:p>
            <a:pPr algn="l" rtl="0" eaLnBrk="0">
              <a:lnSpc>
                <a:spcPct val="68000"/>
              </a:lnSpc>
            </a:pPr>
            <a:endParaRPr sz="6000" dirty="0">
              <a:latin typeface="Times New Roman" panose="02020603050405020304" charset="0"/>
              <a:ea typeface="Arial" panose="020B0604020202020204"/>
              <a:cs typeface="Times New Roman" panose="02020603050405020304" charset="0"/>
            </a:endParaRPr>
          </a:p>
          <a:p>
            <a:pPr marL="12700" algn="l" rtl="0" eaLnBrk="0">
              <a:lnSpc>
                <a:spcPct val="77000"/>
              </a:lnSpc>
            </a:pPr>
            <a:r>
              <a:rPr sz="6000" b="1" kern="0" spc="30" dirty="0">
                <a:solidFill>
                  <a:srgbClr val="FFFFFF">
                    <a:alpha val="100000"/>
                  </a:srgbClr>
                </a:solidFill>
                <a:latin typeface="Times New Roman" panose="02020603050405020304" charset="0"/>
                <a:ea typeface="Times New Roman" panose="02020603050405020304"/>
                <a:cs typeface="Times New Roman" panose="02020603050405020304" charset="0"/>
              </a:rPr>
              <a:t>Ja</a:t>
            </a:r>
            <a:r>
              <a:rPr sz="6000" b="1" kern="0" spc="30" dirty="0">
                <a:solidFill>
                  <a:srgbClr val="FFFFFF">
                    <a:alpha val="100000"/>
                  </a:srgbClr>
                </a:solidFill>
                <a:latin typeface="Times New Roman" panose="02020603050405020304" charset="0"/>
                <a:ea typeface="Arial" panose="020B0604020202020204"/>
                <a:cs typeface="Times New Roman" panose="02020603050405020304" charset="0"/>
              </a:rPr>
              <a:t>zz</a:t>
            </a:r>
            <a:endParaRPr sz="6000" dirty="0">
              <a:latin typeface="Times New Roman" panose="02020603050405020304" charset="0"/>
              <a:ea typeface="Arial" panose="020B0604020202020204"/>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4"/>
          <p:cNvPicPr>
            <a:picLocks noChangeAspect="1"/>
          </p:cNvPicPr>
          <p:nvPr/>
        </p:nvPicPr>
        <p:blipFill>
          <a:blip r:embed="rId2"/>
          <a:stretch>
            <a:fillRect/>
          </a:stretch>
        </p:blipFill>
        <p:spPr>
          <a:xfrm rot="21600000">
            <a:off x="-296563" y="0"/>
            <a:ext cx="33165535" cy="18288000"/>
          </a:xfrm>
          <a:prstGeom prst="rect">
            <a:avLst/>
          </a:prstGeom>
        </p:spPr>
      </p:pic>
      <p:pic>
        <p:nvPicPr>
          <p:cNvPr id="46" name="picture 46"/>
          <p:cNvPicPr>
            <a:picLocks noChangeAspect="1"/>
          </p:cNvPicPr>
          <p:nvPr/>
        </p:nvPicPr>
        <p:blipFill>
          <a:blip r:embed="rId3"/>
          <a:stretch>
            <a:fillRect/>
          </a:stretch>
        </p:blipFill>
        <p:spPr>
          <a:xfrm rot="21600000">
            <a:off x="16268679" y="4419658"/>
            <a:ext cx="14865460" cy="12630060"/>
          </a:xfrm>
          <a:prstGeom prst="rect">
            <a:avLst/>
          </a:prstGeom>
        </p:spPr>
      </p:pic>
      <p:sp>
        <p:nvSpPr>
          <p:cNvPr id="48" name="textbox 48"/>
          <p:cNvSpPr/>
          <p:nvPr/>
        </p:nvSpPr>
        <p:spPr>
          <a:xfrm>
            <a:off x="1428750" y="4242435"/>
            <a:ext cx="14450695" cy="8294370"/>
          </a:xfrm>
          <a:prstGeom prst="rect">
            <a:avLst/>
          </a:prstGeom>
          <a:noFill/>
          <a:ln w="0" cap="flat">
            <a:noFill/>
            <a:prstDash val="solid"/>
            <a:miter lim="0"/>
          </a:ln>
        </p:spPr>
        <p:txBody>
          <a:bodyPr vert="horz" wrap="square" lIns="0" tIns="0" rIns="0" bIns="0"/>
          <a:lstStyle/>
          <a:p>
            <a:pPr algn="l" rtl="0" eaLnBrk="0">
              <a:lnSpc>
                <a:spcPct val="150000"/>
              </a:lnSpc>
            </a:pPr>
            <a:r>
              <a:rPr sz="5400" b="1" kern="0" spc="-10" dirty="0">
                <a:solidFill>
                  <a:srgbClr val="FFFF00">
                    <a:alpha val="100000"/>
                  </a:srgbClr>
                </a:solidFill>
                <a:latin typeface="Times New Roman" panose="02020603050405020304" charset="0"/>
                <a:ea typeface="Arial" panose="020B0604020202020204"/>
                <a:cs typeface="Times New Roman" panose="02020603050405020304" charset="0"/>
              </a:rPr>
              <a:t>Beyond</a:t>
            </a:r>
            <a:r>
              <a:rPr sz="5400" b="1" kern="0" spc="620" dirty="0">
                <a:solidFill>
                  <a:srgbClr val="FFFF00">
                    <a:alpha val="100000"/>
                  </a:srgbClr>
                </a:solidFill>
                <a:latin typeface="Times New Roman" panose="02020603050405020304" charset="0"/>
                <a:ea typeface="Arial" panose="020B0604020202020204"/>
                <a:cs typeface="Times New Roman" panose="02020603050405020304" charset="0"/>
              </a:rPr>
              <a:t> </a:t>
            </a:r>
            <a:r>
              <a:rPr sz="5400" b="1" kern="0" spc="-10" dirty="0">
                <a:solidFill>
                  <a:srgbClr val="FFFF00">
                    <a:alpha val="100000"/>
                  </a:srgbClr>
                </a:solidFill>
                <a:latin typeface="Times New Roman" panose="02020603050405020304" charset="0"/>
                <a:ea typeface="Arial" panose="020B0604020202020204"/>
                <a:cs typeface="Times New Roman" panose="02020603050405020304" charset="0"/>
              </a:rPr>
              <a:t>Military</a:t>
            </a:r>
            <a:r>
              <a:rPr sz="5400" b="1" kern="0" spc="630" dirty="0">
                <a:solidFill>
                  <a:srgbClr val="FFFF00">
                    <a:alpha val="100000"/>
                  </a:srgbClr>
                </a:solidFill>
                <a:latin typeface="Times New Roman" panose="02020603050405020304" charset="0"/>
                <a:ea typeface="Arial" panose="020B0604020202020204"/>
                <a:cs typeface="Times New Roman" panose="02020603050405020304" charset="0"/>
              </a:rPr>
              <a:t> </a:t>
            </a:r>
            <a:r>
              <a:rPr sz="5400" b="1" kern="0" spc="-10" dirty="0">
                <a:solidFill>
                  <a:srgbClr val="FFFF00">
                    <a:alpha val="100000"/>
                  </a:srgbClr>
                </a:solidFill>
                <a:latin typeface="Times New Roman" panose="02020603050405020304" charset="0"/>
                <a:ea typeface="Arial" panose="020B0604020202020204"/>
                <a:cs typeface="Times New Roman" panose="02020603050405020304" charset="0"/>
              </a:rPr>
              <a:t>Might</a:t>
            </a:r>
            <a:r>
              <a:rPr sz="5400" b="1" kern="0" spc="-10" dirty="0">
                <a:solidFill>
                  <a:srgbClr val="FFFFFF">
                    <a:alpha val="100000"/>
                  </a:srgbClr>
                </a:solidFill>
                <a:latin typeface="Times New Roman" panose="02020603050405020304" charset="0"/>
                <a:ea typeface="Arial" panose="020B0604020202020204"/>
                <a:cs typeface="Times New Roman" panose="02020603050405020304" charset="0"/>
              </a:rPr>
              <a:t>:</a:t>
            </a:r>
            <a:r>
              <a:rPr sz="5400" kern="0" spc="-10" dirty="0">
                <a:solidFill>
                  <a:srgbClr val="FFFFFF">
                    <a:alpha val="100000"/>
                  </a:srgbClr>
                </a:solidFill>
                <a:latin typeface="Times New Roman" panose="02020603050405020304" charset="0"/>
                <a:ea typeface="Arial" panose="020B0604020202020204"/>
                <a:cs typeface="Times New Roman" panose="02020603050405020304" charset="0"/>
              </a:rPr>
              <a:t>The</a:t>
            </a:r>
            <a:r>
              <a:rPr sz="5400" kern="0" spc="52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10" dirty="0">
                <a:solidFill>
                  <a:srgbClr val="FFFFFF">
                    <a:alpha val="100000"/>
                  </a:srgbClr>
                </a:solidFill>
                <a:latin typeface="Times New Roman" panose="02020603050405020304" charset="0"/>
                <a:ea typeface="Arial" panose="020B0604020202020204"/>
                <a:cs typeface="Times New Roman" panose="02020603050405020304" charset="0"/>
              </a:rPr>
              <a:t>Cold</a:t>
            </a:r>
            <a:r>
              <a:rPr sz="5400" kern="0" spc="35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20" dirty="0">
                <a:solidFill>
                  <a:srgbClr val="FFFFFF">
                    <a:alpha val="100000"/>
                  </a:srgbClr>
                </a:solidFill>
                <a:latin typeface="Times New Roman" panose="02020603050405020304" charset="0"/>
                <a:ea typeface="Arial" panose="020B0604020202020204"/>
                <a:cs typeface="Times New Roman" panose="02020603050405020304" charset="0"/>
              </a:rPr>
              <a:t>War</a:t>
            </a:r>
            <a:r>
              <a:rPr sz="5400" kern="0" spc="26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20" dirty="0">
                <a:solidFill>
                  <a:srgbClr val="FFFFFF">
                    <a:alpha val="100000"/>
                  </a:srgbClr>
                </a:solidFill>
                <a:latin typeface="Times New Roman" panose="02020603050405020304" charset="0"/>
                <a:ea typeface="Arial" panose="020B0604020202020204"/>
                <a:cs typeface="Times New Roman" panose="02020603050405020304" charset="0"/>
              </a:rPr>
              <a:t>was</a:t>
            </a:r>
            <a:r>
              <a:rPr sz="5400" kern="0" spc="59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20" dirty="0">
                <a:solidFill>
                  <a:srgbClr val="FFFFFF">
                    <a:alpha val="100000"/>
                  </a:srgbClr>
                </a:solidFill>
                <a:latin typeface="Times New Roman" panose="02020603050405020304" charset="0"/>
                <a:ea typeface="Arial" panose="020B0604020202020204"/>
                <a:cs typeface="Times New Roman" panose="02020603050405020304" charset="0"/>
              </a:rPr>
              <a:t>not</a:t>
            </a:r>
            <a:r>
              <a:rPr sz="5400" kern="0" spc="44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20" dirty="0">
                <a:solidFill>
                  <a:srgbClr val="FFFFFF">
                    <a:alpha val="100000"/>
                  </a:srgbClr>
                </a:solidFill>
                <a:latin typeface="Times New Roman" panose="02020603050405020304" charset="0"/>
                <a:ea typeface="Arial" panose="020B0604020202020204"/>
                <a:cs typeface="Times New Roman" panose="02020603050405020304" charset="0"/>
              </a:rPr>
              <a:t>only</a:t>
            </a:r>
            <a:r>
              <a:rPr sz="5400" kern="0" spc="46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20" dirty="0">
                <a:solidFill>
                  <a:srgbClr val="FFFFFF">
                    <a:alpha val="100000"/>
                  </a:srgbClr>
                </a:solidFill>
                <a:latin typeface="Times New Roman" panose="02020603050405020304" charset="0"/>
                <a:ea typeface="Arial" panose="020B0604020202020204"/>
                <a:cs typeface="Times New Roman" panose="02020603050405020304" charset="0"/>
              </a:rPr>
              <a:t>a</a:t>
            </a:r>
            <a:r>
              <a:rPr lang="en-US" sz="5400" kern="0" spc="-2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military</a:t>
            </a:r>
            <a:r>
              <a:rPr sz="5400" kern="0" spc="8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competition</a:t>
            </a:r>
            <a:r>
              <a:rPr sz="5400" kern="0" spc="8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between</a:t>
            </a:r>
            <a:r>
              <a:rPr lang="en-US" sz="5400" kern="0" spc="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global</a:t>
            </a:r>
            <a:r>
              <a:rPr sz="5400" kern="0" spc="8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superpowers</a:t>
            </a:r>
            <a:r>
              <a:rPr sz="5400" kern="0" spc="80" dirty="0">
                <a:solidFill>
                  <a:srgbClr val="FFFFFF">
                    <a:alpha val="100000"/>
                  </a:srgbClr>
                </a:solidFill>
                <a:latin typeface="Times New Roman" panose="02020603050405020304" charset="0"/>
                <a:ea typeface="Arial" panose="020B0604020202020204"/>
                <a:cs typeface="Times New Roman" panose="02020603050405020304" charset="0"/>
              </a:rPr>
              <a:t>.</a:t>
            </a:r>
            <a:endParaRPr sz="5400" dirty="0">
              <a:latin typeface="Times New Roman" panose="02020603050405020304" charset="0"/>
              <a:ea typeface="Arial" panose="020B0604020202020204"/>
              <a:cs typeface="Times New Roman" panose="02020603050405020304" charset="0"/>
            </a:endParaRPr>
          </a:p>
          <a:p>
            <a:pPr algn="just" rtl="0" eaLnBrk="0">
              <a:lnSpc>
                <a:spcPct val="150000"/>
              </a:lnSpc>
            </a:pPr>
            <a:r>
              <a:rPr sz="5400" b="1" kern="0" spc="0" dirty="0">
                <a:solidFill>
                  <a:srgbClr val="FFFF00">
                    <a:alpha val="100000"/>
                  </a:srgbClr>
                </a:solidFill>
                <a:latin typeface="Times New Roman" panose="02020603050405020304" charset="0"/>
                <a:ea typeface="Arial" panose="020B0604020202020204"/>
                <a:cs typeface="Times New Roman" panose="02020603050405020304" charset="0"/>
              </a:rPr>
              <a:t>Ideological</a:t>
            </a:r>
            <a:r>
              <a:rPr sz="5400" b="1" kern="0" spc="40" dirty="0">
                <a:solidFill>
                  <a:srgbClr val="FFFF00">
                    <a:alpha val="100000"/>
                  </a:srgbClr>
                </a:solidFill>
                <a:latin typeface="Times New Roman" panose="02020603050405020304" charset="0"/>
                <a:ea typeface="Arial" panose="020B0604020202020204"/>
                <a:cs typeface="Times New Roman" panose="02020603050405020304" charset="0"/>
              </a:rPr>
              <a:t>  </a:t>
            </a:r>
            <a:r>
              <a:rPr sz="5400" b="1" kern="0" spc="0" dirty="0">
                <a:solidFill>
                  <a:srgbClr val="FFFF00">
                    <a:alpha val="100000"/>
                  </a:srgbClr>
                </a:solidFill>
                <a:latin typeface="Times New Roman" panose="02020603050405020304" charset="0"/>
                <a:ea typeface="Arial" panose="020B0604020202020204"/>
                <a:cs typeface="Times New Roman" panose="02020603050405020304" charset="0"/>
              </a:rPr>
              <a:t>Battleground</a:t>
            </a:r>
            <a:r>
              <a:rPr sz="5400" b="1" kern="0" spc="40" dirty="0">
                <a:solidFill>
                  <a:srgbClr val="FFFFFF">
                    <a:alpha val="100000"/>
                  </a:srgbClr>
                </a:solidFill>
                <a:latin typeface="Times New Roman" panose="02020603050405020304" charset="0"/>
                <a:ea typeface="Arial" panose="020B0604020202020204"/>
                <a:cs typeface="Times New Roman" panose="02020603050405020304" charset="0"/>
              </a:rPr>
              <a:t>:</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It</a:t>
            </a:r>
            <a:r>
              <a:rPr lang="en-US" sz="5400" kern="0" spc="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was</a:t>
            </a:r>
            <a:r>
              <a:rPr sz="5400" kern="0" spc="99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fundamentally</a:t>
            </a:r>
            <a:r>
              <a:rPr sz="5400" kern="0" spc="111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an</a:t>
            </a:r>
            <a:r>
              <a:rPr lang="en-US" sz="5400" kern="0" spc="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ideological</a:t>
            </a:r>
            <a:r>
              <a:rPr sz="5400" kern="0" spc="72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and</a:t>
            </a:r>
            <a:r>
              <a:rPr sz="5400" kern="0" spc="68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cultural</a:t>
            </a:r>
            <a:r>
              <a:rPr sz="5400" kern="0" spc="69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competition</a:t>
            </a:r>
            <a:r>
              <a:rPr sz="5400" kern="0" spc="55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for</a:t>
            </a:r>
            <a:r>
              <a:rPr lang="en-US" sz="5400" kern="0" spc="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global</a:t>
            </a:r>
          </a:p>
          <a:p>
            <a:pPr algn="just" rtl="0" eaLnBrk="0">
              <a:lnSpc>
                <a:spcPct val="150000"/>
              </a:lnSpc>
            </a:pPr>
            <a:r>
              <a:rPr sz="5400" kern="0" spc="-10" dirty="0">
                <a:solidFill>
                  <a:srgbClr val="FFFFFF">
                    <a:alpha val="100000"/>
                  </a:srgbClr>
                </a:solidFill>
                <a:latin typeface="Times New Roman" panose="02020603050405020304" charset="0"/>
                <a:ea typeface="Arial" panose="020B0604020202020204"/>
                <a:cs typeface="Times New Roman" panose="02020603050405020304" charset="0"/>
              </a:rPr>
              <a:t>influence</a:t>
            </a:r>
            <a:r>
              <a:rPr sz="5400" kern="0" spc="63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10" dirty="0">
                <a:solidFill>
                  <a:srgbClr val="FFFFFF">
                    <a:alpha val="100000"/>
                  </a:srgbClr>
                </a:solidFill>
                <a:latin typeface="Times New Roman" panose="02020603050405020304" charset="0"/>
                <a:ea typeface="Arial" panose="020B0604020202020204"/>
                <a:cs typeface="Times New Roman" panose="02020603050405020304" charset="0"/>
              </a:rPr>
              <a:t>and</a:t>
            </a:r>
            <a:r>
              <a:rPr sz="5400" kern="0" spc="74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10" dirty="0">
                <a:solidFill>
                  <a:srgbClr val="FFFFFF">
                    <a:alpha val="100000"/>
                  </a:srgbClr>
                </a:solidFill>
                <a:latin typeface="Times New Roman" panose="02020603050405020304" charset="0"/>
                <a:ea typeface="Arial" panose="020B0604020202020204"/>
                <a:cs typeface="Times New Roman" panose="02020603050405020304" charset="0"/>
              </a:rPr>
              <a:t>moral</a:t>
            </a:r>
            <a:r>
              <a:rPr sz="5400" kern="0" spc="59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10" dirty="0">
                <a:solidFill>
                  <a:srgbClr val="FFFFFF">
                    <a:alpha val="100000"/>
                  </a:srgbClr>
                </a:solidFill>
                <a:latin typeface="Times New Roman" panose="02020603050405020304" charset="0"/>
                <a:ea typeface="Arial" panose="020B0604020202020204"/>
                <a:cs typeface="Times New Roman" panose="02020603050405020304" charset="0"/>
              </a:rPr>
              <a:t>superiority.</a:t>
            </a:r>
            <a:endParaRPr sz="5400" dirty="0">
              <a:latin typeface="Times New Roman" panose="02020603050405020304" charset="0"/>
              <a:ea typeface="Arial" panose="020B0604020202020204"/>
              <a:cs typeface="Times New Roman" panose="02020603050405020304" charset="0"/>
            </a:endParaRPr>
          </a:p>
          <a:p>
            <a:pPr algn="just" rtl="0" eaLnBrk="0">
              <a:lnSpc>
                <a:spcPct val="150000"/>
              </a:lnSpc>
            </a:pPr>
            <a:r>
              <a:rPr sz="5400" b="1" kern="0" spc="-30" dirty="0">
                <a:solidFill>
                  <a:srgbClr val="FFFF00">
                    <a:alpha val="100000"/>
                  </a:srgbClr>
                </a:solidFill>
                <a:latin typeface="Times New Roman" panose="02020603050405020304" charset="0"/>
                <a:ea typeface="Arial" panose="020B0604020202020204"/>
                <a:cs typeface="Times New Roman" panose="02020603050405020304" charset="0"/>
              </a:rPr>
              <a:t>The Sound of Democracy</a:t>
            </a:r>
            <a:r>
              <a:rPr sz="5400" b="1" kern="0" spc="-40" dirty="0">
                <a:solidFill>
                  <a:srgbClr val="FFFFFF">
                    <a:alpha val="100000"/>
                  </a:srgbClr>
                </a:solidFill>
                <a:latin typeface="Times New Roman" panose="02020603050405020304" charset="0"/>
                <a:ea typeface="Arial" panose="020B0604020202020204"/>
                <a:cs typeface="Times New Roman" panose="02020603050405020304" charset="0"/>
              </a:rPr>
              <a:t>:</a:t>
            </a:r>
            <a:r>
              <a:rPr sz="5400" kern="0" spc="-40" dirty="0">
                <a:solidFill>
                  <a:srgbClr val="FFFFFF">
                    <a:alpha val="100000"/>
                  </a:srgbClr>
                </a:solidFill>
                <a:latin typeface="Times New Roman" panose="02020603050405020304" charset="0"/>
                <a:ea typeface="Arial" panose="020B0604020202020204"/>
                <a:cs typeface="Times New Roman" panose="02020603050405020304" charset="0"/>
              </a:rPr>
              <a:t>Jazz became</a:t>
            </a:r>
            <a:r>
              <a:rPr sz="5400" kern="0" spc="27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40" dirty="0">
                <a:solidFill>
                  <a:srgbClr val="FFFFFF">
                    <a:alpha val="100000"/>
                  </a:srgbClr>
                </a:solidFill>
                <a:latin typeface="Times New Roman" panose="02020603050405020304" charset="0"/>
                <a:ea typeface="Arial" panose="020B0604020202020204"/>
                <a:cs typeface="Times New Roman" panose="02020603050405020304" charset="0"/>
              </a:rPr>
              <a:t>politically</a:t>
            </a:r>
          </a:p>
          <a:p>
            <a:pPr algn="l" rtl="0" eaLnBrk="0">
              <a:lnSpc>
                <a:spcPct val="150000"/>
              </a:lnSpc>
            </a:pP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useful</a:t>
            </a:r>
            <a:r>
              <a:rPr sz="5400" kern="0" spc="5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because</a:t>
            </a:r>
            <a:r>
              <a:rPr sz="5400" kern="0" spc="5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its</a:t>
            </a:r>
            <a:r>
              <a:rPr sz="5400" kern="0" spc="29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improvisational</a:t>
            </a:r>
            <a:r>
              <a:rPr sz="5400" kern="0" spc="29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nature</a:t>
            </a:r>
            <a:r>
              <a:rPr sz="5400" kern="0" spc="5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sounded     like</a:t>
            </a:r>
            <a:r>
              <a:rPr sz="5400" kern="0" spc="7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freedom</a:t>
            </a:r>
            <a:r>
              <a:rPr sz="5400" kern="0" spc="70" dirty="0">
                <a:solidFill>
                  <a:srgbClr val="FFFFFF">
                    <a:alpha val="100000"/>
                  </a:srgbClr>
                </a:solidFill>
                <a:latin typeface="Times New Roman" panose="02020603050405020304" charset="0"/>
                <a:ea typeface="Arial" panose="020B0604020202020204"/>
                <a:cs typeface="Times New Roman" panose="02020603050405020304" charset="0"/>
              </a:rPr>
              <a:t>,</a:t>
            </a:r>
            <a:r>
              <a:rPr lang="en-US" sz="5400" kern="0" spc="7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openness</a:t>
            </a:r>
            <a:r>
              <a:rPr sz="5400" kern="0" spc="70" dirty="0">
                <a:solidFill>
                  <a:srgbClr val="FFFFFF">
                    <a:alpha val="100000"/>
                  </a:srgbClr>
                </a:solidFill>
                <a:latin typeface="Times New Roman" panose="02020603050405020304" charset="0"/>
                <a:ea typeface="Arial" panose="020B0604020202020204"/>
                <a:cs typeface="Times New Roman" panose="02020603050405020304" charset="0"/>
              </a:rPr>
              <a:t>,</a:t>
            </a:r>
            <a:r>
              <a:rPr lang="en-US" sz="5400" kern="0" spc="7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and</a:t>
            </a:r>
            <a:r>
              <a:rPr sz="5400" kern="0" spc="7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untethered</a:t>
            </a:r>
            <a:r>
              <a:rPr sz="5400" kern="0" spc="70" dirty="0">
                <a:solidFill>
                  <a:srgbClr val="FFFFFF">
                    <a:alpha val="100000"/>
                  </a:srgbClr>
                </a:solidFill>
                <a:latin typeface="Times New Roman" panose="02020603050405020304" charset="0"/>
                <a:ea typeface="Arial" panose="020B0604020202020204"/>
                <a:cs typeface="Times New Roman" panose="02020603050405020304" charset="0"/>
              </a:rPr>
              <a:t> </a:t>
            </a:r>
            <a:r>
              <a:rPr sz="5400" kern="0" spc="0" dirty="0">
                <a:solidFill>
                  <a:srgbClr val="FFFFFF">
                    <a:alpha val="100000"/>
                  </a:srgbClr>
                </a:solidFill>
                <a:latin typeface="Times New Roman" panose="02020603050405020304" charset="0"/>
                <a:ea typeface="Arial" panose="020B0604020202020204"/>
                <a:cs typeface="Times New Roman" panose="02020603050405020304" charset="0"/>
              </a:rPr>
              <a:t>creativity</a:t>
            </a:r>
            <a:r>
              <a:rPr sz="5400" kern="0" spc="70" dirty="0">
                <a:solidFill>
                  <a:srgbClr val="FFFFFF">
                    <a:alpha val="100000"/>
                  </a:srgbClr>
                </a:solidFill>
                <a:latin typeface="Times New Roman" panose="02020603050405020304" charset="0"/>
                <a:ea typeface="Arial" panose="020B0604020202020204"/>
                <a:cs typeface="Times New Roman" panose="02020603050405020304" charset="0"/>
              </a:rPr>
              <a:t>.</a:t>
            </a:r>
            <a:endParaRPr sz="5400" dirty="0">
              <a:latin typeface="Times New Roman" panose="02020603050405020304" charset="0"/>
              <a:ea typeface="Arial" panose="020B0604020202020204"/>
              <a:cs typeface="Times New Roman" panose="02020603050405020304" charset="0"/>
            </a:endParaRPr>
          </a:p>
        </p:txBody>
      </p:sp>
      <p:sp>
        <p:nvSpPr>
          <p:cNvPr id="50" name="textbox 50"/>
          <p:cNvSpPr/>
          <p:nvPr/>
        </p:nvSpPr>
        <p:spPr>
          <a:xfrm>
            <a:off x="1428882" y="1913641"/>
            <a:ext cx="10667365" cy="1306830"/>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algn="r" rtl="0" eaLnBrk="0">
              <a:lnSpc>
                <a:spcPct val="80000"/>
              </a:lnSpc>
            </a:pPr>
            <a:r>
              <a:rPr sz="10500" b="1" kern="0" spc="-410" dirty="0">
                <a:solidFill>
                  <a:srgbClr val="FFFFFF">
                    <a:alpha val="100000"/>
                  </a:srgbClr>
                </a:solidFill>
                <a:latin typeface="Times New Roman" panose="02020603050405020304"/>
                <a:ea typeface="Times New Roman" panose="02020603050405020304"/>
                <a:cs typeface="Times New Roman" panose="02020603050405020304"/>
              </a:rPr>
              <a:t>Why the Cold War?</a:t>
            </a:r>
            <a:endParaRPr sz="105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52"/>
          <p:cNvPicPr>
            <a:picLocks noChangeAspect="1"/>
          </p:cNvPicPr>
          <p:nvPr/>
        </p:nvPicPr>
        <p:blipFill>
          <a:blip r:embed="rId2"/>
          <a:stretch>
            <a:fillRect/>
          </a:stretch>
        </p:blipFill>
        <p:spPr>
          <a:xfrm rot="21600000">
            <a:off x="-197709" y="-197708"/>
            <a:ext cx="32943114" cy="18485708"/>
          </a:xfrm>
          <a:prstGeom prst="rect">
            <a:avLst/>
          </a:prstGeom>
        </p:spPr>
      </p:pic>
      <p:sp>
        <p:nvSpPr>
          <p:cNvPr id="2" name="矩形 1"/>
          <p:cNvSpPr/>
          <p:nvPr/>
        </p:nvSpPr>
        <p:spPr>
          <a:xfrm>
            <a:off x="1884045" y="13658215"/>
            <a:ext cx="1491615" cy="1068705"/>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gradFill>
                <a:gsLst>
                  <a:gs pos="50000">
                    <a:schemeClr val="tx1"/>
                  </a:gs>
                  <a:gs pos="0">
                    <a:schemeClr val="tx1">
                      <a:lumMod val="25000"/>
                      <a:lumOff val="75000"/>
                    </a:schemeClr>
                  </a:gs>
                  <a:gs pos="100000">
                    <a:schemeClr val="tx1">
                      <a:lumMod val="85000"/>
                    </a:schemeClr>
                  </a:gs>
                </a:gsLst>
                <a:lin ang="5400000" scaled="1"/>
              </a:gradFill>
            </a:endParaRPr>
          </a:p>
        </p:txBody>
      </p:sp>
      <p:sp>
        <p:nvSpPr>
          <p:cNvPr id="54" name="textbox 54"/>
          <p:cNvSpPr/>
          <p:nvPr/>
        </p:nvSpPr>
        <p:spPr>
          <a:xfrm>
            <a:off x="1350645" y="1537335"/>
            <a:ext cx="15784830" cy="138398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7325"/>
              </a:lnSpc>
            </a:pPr>
            <a:r>
              <a:rPr sz="10400" b="1" kern="0" spc="-240" dirty="0">
                <a:solidFill>
                  <a:srgbClr val="FFFFFF">
                    <a:alpha val="100000"/>
                  </a:srgbClr>
                </a:solidFill>
                <a:latin typeface="Times New Roman" panose="02020603050405020304"/>
                <a:ea typeface="Times New Roman" panose="02020603050405020304"/>
                <a:cs typeface="Times New Roman" panose="02020603050405020304"/>
              </a:rPr>
              <a:t>Jazz as</a:t>
            </a:r>
            <a:r>
              <a:rPr sz="10400" b="1" kern="0" spc="280" dirty="0">
                <a:solidFill>
                  <a:srgbClr val="FFFFFF">
                    <a:alpha val="100000"/>
                  </a:srgbClr>
                </a:solidFill>
                <a:latin typeface="Times New Roman" panose="02020603050405020304"/>
                <a:ea typeface="Times New Roman" panose="02020603050405020304"/>
                <a:cs typeface="Times New Roman" panose="02020603050405020304"/>
              </a:rPr>
              <a:t> </a:t>
            </a:r>
            <a:r>
              <a:rPr sz="10400" b="1" kern="0" spc="-240" dirty="0">
                <a:solidFill>
                  <a:srgbClr val="FFFFFF">
                    <a:alpha val="100000"/>
                  </a:srgbClr>
                </a:solidFill>
                <a:latin typeface="Times New Roman" panose="02020603050405020304"/>
                <a:ea typeface="Times New Roman" panose="02020603050405020304"/>
                <a:cs typeface="Times New Roman" panose="02020603050405020304"/>
              </a:rPr>
              <a:t>Cultur</a:t>
            </a:r>
            <a:r>
              <a:rPr sz="10400" b="1" kern="0" spc="-250" dirty="0">
                <a:solidFill>
                  <a:srgbClr val="FFFFFF">
                    <a:alpha val="100000"/>
                  </a:srgbClr>
                </a:solidFill>
                <a:latin typeface="Times New Roman" panose="02020603050405020304"/>
                <a:ea typeface="Times New Roman" panose="02020603050405020304"/>
                <a:cs typeface="Times New Roman" panose="02020603050405020304"/>
              </a:rPr>
              <a:t>al</a:t>
            </a:r>
            <a:r>
              <a:rPr lang="en-US" sz="10400" b="1" kern="0" spc="-250" dirty="0">
                <a:solidFill>
                  <a:srgbClr val="FFFFFF">
                    <a:alpha val="100000"/>
                  </a:srgbClr>
                </a:solidFill>
                <a:latin typeface="Times New Roman" panose="02020603050405020304"/>
                <a:ea typeface="Times New Roman" panose="02020603050405020304"/>
                <a:cs typeface="Times New Roman" panose="02020603050405020304"/>
              </a:rPr>
              <a:t> </a:t>
            </a:r>
            <a:r>
              <a:rPr sz="10400" b="1" kern="0" spc="-40" dirty="0">
                <a:solidFill>
                  <a:srgbClr val="FFFFFF">
                    <a:alpha val="100000"/>
                  </a:srgbClr>
                </a:solidFill>
                <a:latin typeface="Times New Roman" panose="02020603050405020304"/>
                <a:ea typeface="Times New Roman" panose="02020603050405020304"/>
                <a:cs typeface="Times New Roman" panose="02020603050405020304"/>
              </a:rPr>
              <a:t>Diplomacy</a:t>
            </a:r>
            <a:endParaRPr sz="10400" dirty="0">
              <a:latin typeface="Times New Roman" panose="02020603050405020304"/>
              <a:ea typeface="Times New Roman" panose="02020603050405020304"/>
              <a:cs typeface="Times New Roman" panose="020206030504050203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r>
              <a:rPr sz="6000" b="1" kern="0" spc="-50" dirty="0">
                <a:solidFill>
                  <a:srgbClr val="FFFF00">
                    <a:alpha val="100000"/>
                  </a:srgbClr>
                </a:solidFill>
                <a:latin typeface="Times New Roman" panose="02020603050405020304" charset="0"/>
                <a:ea typeface="Arial" panose="020B0604020202020204"/>
                <a:cs typeface="Times New Roman" panose="02020603050405020304" charset="0"/>
              </a:rPr>
              <a:t>Cultural Ambassadors:</a:t>
            </a:r>
            <a:r>
              <a:rPr sz="6000" b="1" kern="0" spc="-42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50" dirty="0">
                <a:solidFill>
                  <a:srgbClr val="FFFFFF">
                    <a:alpha val="100000"/>
                  </a:srgbClr>
                </a:solidFill>
                <a:latin typeface="Times New Roman" panose="02020603050405020304" charset="0"/>
                <a:ea typeface="Arial" panose="020B0604020202020204"/>
                <a:cs typeface="Times New Roman" panose="02020603050405020304" charset="0"/>
              </a:rPr>
              <a:t>The</a:t>
            </a:r>
            <a:r>
              <a:rPr sz="6000" kern="0" spc="32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50" dirty="0">
                <a:solidFill>
                  <a:srgbClr val="FFFFFF">
                    <a:alpha val="100000"/>
                  </a:srgbClr>
                </a:solidFill>
                <a:latin typeface="Times New Roman" panose="02020603050405020304" charset="0"/>
                <a:ea typeface="Arial" panose="020B0604020202020204"/>
                <a:cs typeface="Times New Roman" panose="02020603050405020304" charset="0"/>
              </a:rPr>
              <a:t>U</a:t>
            </a:r>
            <a:r>
              <a:rPr sz="6000" kern="0" spc="-60" dirty="0">
                <a:solidFill>
                  <a:srgbClr val="FFFFFF">
                    <a:alpha val="100000"/>
                  </a:srgbClr>
                </a:solidFill>
                <a:latin typeface="Times New Roman" panose="02020603050405020304" charset="0"/>
                <a:ea typeface="Arial" panose="020B0604020202020204"/>
                <a:cs typeface="Times New Roman" panose="02020603050405020304" charset="0"/>
              </a:rPr>
              <a:t>.S.</a:t>
            </a:r>
            <a:r>
              <a:rPr lang="en-US" sz="6000" kern="0" spc="-6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60" dirty="0">
                <a:solidFill>
                  <a:srgbClr val="FFFFFF">
                    <a:alpha val="100000"/>
                  </a:srgbClr>
                </a:solidFill>
                <a:latin typeface="Times New Roman" panose="02020603050405020304" charset="0"/>
                <a:ea typeface="Arial" panose="020B0604020202020204"/>
                <a:cs typeface="Times New Roman" panose="02020603050405020304" charset="0"/>
              </a:rPr>
              <a:t>State</a:t>
            </a:r>
          </a:p>
          <a:p>
            <a:pPr algn="l" rtl="0" eaLnBrk="0">
              <a:lnSpc>
                <a:spcPct val="103000"/>
              </a:lnSpc>
            </a:pP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Department</a:t>
            </a:r>
            <a:r>
              <a:rPr sz="6000" kern="0" spc="33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actively</a:t>
            </a:r>
            <a:r>
              <a:rPr sz="6000" kern="0" spc="16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sent</a:t>
            </a:r>
            <a:r>
              <a:rPr sz="6000" kern="0" spc="44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renowned</a:t>
            </a:r>
            <a:r>
              <a:rPr sz="6000" kern="0" spc="16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jazz</a:t>
            </a:r>
          </a:p>
          <a:p>
            <a:pPr algn="l" rtl="0" eaLnBrk="0">
              <a:lnSpc>
                <a:spcPct val="103000"/>
              </a:lnSpc>
            </a:pP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musicians abroad as official representativ</a:t>
            </a:r>
            <a:r>
              <a:rPr sz="6000" kern="0" spc="-10" dirty="0">
                <a:solidFill>
                  <a:srgbClr val="FFFFFF">
                    <a:alpha val="100000"/>
                  </a:srgbClr>
                </a:solidFill>
                <a:latin typeface="Times New Roman" panose="02020603050405020304" charset="0"/>
                <a:ea typeface="Arial" panose="020B0604020202020204"/>
                <a:cs typeface="Times New Roman" panose="02020603050405020304" charset="0"/>
              </a:rPr>
              <a:t>es</a:t>
            </a:r>
            <a:r>
              <a:rPr sz="6000" kern="0" spc="13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10" dirty="0">
                <a:solidFill>
                  <a:srgbClr val="FFFFFF">
                    <a:alpha val="100000"/>
                  </a:srgbClr>
                </a:solidFill>
                <a:latin typeface="Times New Roman" panose="02020603050405020304" charset="0"/>
                <a:ea typeface="Arial" panose="020B0604020202020204"/>
                <a:cs typeface="Times New Roman" panose="02020603050405020304" charset="0"/>
              </a:rPr>
              <a:t>of</a:t>
            </a:r>
          </a:p>
          <a:p>
            <a:pPr algn="l" rtl="0" eaLnBrk="0">
              <a:lnSpc>
                <a:spcPct val="103000"/>
              </a:lnSpc>
            </a:pP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American</a:t>
            </a:r>
            <a:r>
              <a:rPr sz="6000" kern="0" spc="107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culture</a:t>
            </a:r>
            <a:r>
              <a:rPr sz="6000" kern="0" spc="150" dirty="0">
                <a:solidFill>
                  <a:srgbClr val="FFFFFF">
                    <a:alpha val="100000"/>
                  </a:srgbClr>
                </a:solidFill>
                <a:latin typeface="Times New Roman" panose="02020603050405020304" charset="0"/>
                <a:ea typeface="Arial" panose="020B0604020202020204"/>
                <a:cs typeface="Times New Roman" panose="02020603050405020304" charset="0"/>
              </a:rPr>
              <a:t>.</a:t>
            </a:r>
            <a:endParaRPr sz="6000" dirty="0">
              <a:latin typeface="Times New Roman" panose="02020603050405020304" charset="0"/>
              <a:ea typeface="Arial" panose="020B0604020202020204"/>
              <a:cs typeface="Times New Roman" panose="02020603050405020304" charset="0"/>
            </a:endParaRPr>
          </a:p>
          <a:p>
            <a:pPr algn="l" rtl="0" eaLnBrk="0">
              <a:lnSpc>
                <a:spcPct val="101000"/>
              </a:lnSpc>
            </a:pPr>
            <a:endParaRPr sz="6000" dirty="0">
              <a:solidFill>
                <a:srgbClr val="FFFF00"/>
              </a:solidFill>
              <a:latin typeface="Times New Roman" panose="02020603050405020304" charset="0"/>
              <a:ea typeface="Arial" panose="020B0604020202020204"/>
              <a:cs typeface="Times New Roman" panose="02020603050405020304" charset="0"/>
            </a:endParaRPr>
          </a:p>
          <a:p>
            <a:pPr algn="l" rtl="0" eaLnBrk="0">
              <a:lnSpc>
                <a:spcPct val="102000"/>
              </a:lnSpc>
            </a:pPr>
            <a:r>
              <a:rPr sz="6000" b="1" kern="0" spc="-20" dirty="0">
                <a:solidFill>
                  <a:srgbClr val="FFFF00">
                    <a:alpha val="100000"/>
                  </a:srgbClr>
                </a:solidFill>
                <a:latin typeface="Times New Roman" panose="02020603050405020304" charset="0"/>
                <a:ea typeface="Arial" panose="020B0604020202020204"/>
                <a:cs typeface="Times New Roman" panose="02020603050405020304" charset="0"/>
              </a:rPr>
              <a:t>Diplomatic Communication</a:t>
            </a:r>
            <a:r>
              <a:rPr sz="6000" kern="0" spc="-20" dirty="0">
                <a:solidFill>
                  <a:srgbClr val="FFFF00">
                    <a:alpha val="100000"/>
                  </a:srgbClr>
                </a:solidFill>
                <a:latin typeface="Times New Roman" panose="02020603050405020304" charset="0"/>
                <a:ea typeface="Arial" panose="020B0604020202020204"/>
                <a:cs typeface="Times New Roman" panose="02020603050405020304" charset="0"/>
              </a:rPr>
              <a:t>:</a:t>
            </a:r>
            <a:r>
              <a:rPr sz="6000" kern="0" spc="-20" dirty="0">
                <a:solidFill>
                  <a:srgbClr val="FFFFFF">
                    <a:alpha val="100000"/>
                  </a:srgbClr>
                </a:solidFill>
                <a:latin typeface="Times New Roman" panose="02020603050405020304" charset="0"/>
                <a:ea typeface="Arial" panose="020B0604020202020204"/>
                <a:cs typeface="Times New Roman" panose="02020603050405020304" charset="0"/>
              </a:rPr>
              <a:t>Overseas  concerts</a:t>
            </a:r>
          </a:p>
          <a:p>
            <a:pPr algn="l" rtl="0" eaLnBrk="0">
              <a:lnSpc>
                <a:spcPct val="102000"/>
              </a:lnSpc>
            </a:pP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transformed</a:t>
            </a:r>
            <a:r>
              <a:rPr sz="6000" kern="0" spc="19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musical</a:t>
            </a:r>
            <a:r>
              <a:rPr sz="6000" kern="0" spc="19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performances</a:t>
            </a:r>
            <a:r>
              <a:rPr sz="6000" kern="0" spc="30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into</a:t>
            </a:r>
            <a:r>
              <a:rPr sz="6000" kern="0" spc="16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a</a:t>
            </a:r>
          </a:p>
          <a:p>
            <a:pPr algn="l" rtl="0" eaLnBrk="0">
              <a:lnSpc>
                <a:spcPct val="102000"/>
              </a:lnSpc>
            </a:pP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sophisticated</a:t>
            </a:r>
            <a:r>
              <a:rPr sz="6000" kern="0" spc="23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form</a:t>
            </a:r>
            <a:r>
              <a:rPr sz="6000" kern="0" spc="35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of</a:t>
            </a:r>
            <a:r>
              <a:rPr sz="6000" kern="0" spc="23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soft</a:t>
            </a:r>
            <a:r>
              <a:rPr sz="6000" kern="0" spc="230" dirty="0">
                <a:solidFill>
                  <a:srgbClr val="FFFFFF">
                    <a:alpha val="100000"/>
                  </a:srgbClr>
                </a:solidFill>
                <a:latin typeface="Times New Roman" panose="02020603050405020304" charset="0"/>
                <a:ea typeface="Arial" panose="020B0604020202020204"/>
                <a:cs typeface="Times New Roman" panose="02020603050405020304" charset="0"/>
              </a:rPr>
              <a:t>-</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power</a:t>
            </a:r>
            <a:r>
              <a:rPr sz="6000" kern="0" spc="230" dirty="0">
                <a:solidFill>
                  <a:srgbClr val="FFFFFF">
                    <a:alpha val="100000"/>
                  </a:srgbClr>
                </a:solidFill>
                <a:latin typeface="Times New Roman" panose="02020603050405020304" charset="0"/>
                <a:ea typeface="Arial" panose="020B0604020202020204"/>
                <a:cs typeface="Times New Roman" panose="02020603050405020304" charset="0"/>
              </a:rPr>
              <a:t> </a:t>
            </a:r>
            <a:r>
              <a:rPr sz="6000" kern="0" spc="0" dirty="0">
                <a:solidFill>
                  <a:srgbClr val="FFFFFF">
                    <a:alpha val="100000"/>
                  </a:srgbClr>
                </a:solidFill>
                <a:latin typeface="Times New Roman" panose="02020603050405020304" charset="0"/>
                <a:ea typeface="Arial" panose="020B0604020202020204"/>
                <a:cs typeface="Times New Roman" panose="02020603050405020304" charset="0"/>
              </a:rPr>
              <a:t>diplomacy</a:t>
            </a:r>
            <a:r>
              <a:rPr sz="6000" kern="0" spc="230" dirty="0">
                <a:solidFill>
                  <a:srgbClr val="FFFFFF">
                    <a:alpha val="100000"/>
                  </a:srgbClr>
                </a:solidFill>
                <a:latin typeface="Times New Roman" panose="02020603050405020304" charset="0"/>
                <a:ea typeface="Arial" panose="020B0604020202020204"/>
                <a:cs typeface="Times New Roman" panose="02020603050405020304" charset="0"/>
              </a:rPr>
              <a:t>.</a:t>
            </a:r>
            <a:endParaRPr sz="6000" dirty="0">
              <a:latin typeface="Times New Roman" panose="02020603050405020304" charset="0"/>
              <a:ea typeface="Arial" panose="020B0604020202020204"/>
              <a:cs typeface="Times New Roman" panose="02020603050405020304" charset="0"/>
            </a:endParaRPr>
          </a:p>
          <a:p>
            <a:pPr algn="l" rtl="0" eaLnBrk="0">
              <a:lnSpc>
                <a:spcPct val="101000"/>
              </a:lnSpc>
            </a:pPr>
            <a:endParaRPr sz="6000" dirty="0">
              <a:latin typeface="Times New Roman" panose="02020603050405020304" charset="0"/>
              <a:ea typeface="Arial" panose="020B0604020202020204"/>
              <a:cs typeface="Times New Roman" panose="02020603050405020304" charset="0"/>
            </a:endParaRPr>
          </a:p>
          <a:p>
            <a:pPr algn="l" rtl="0" eaLnBrk="0">
              <a:lnSpc>
                <a:spcPct val="102000"/>
              </a:lnSpc>
            </a:pPr>
            <a:r>
              <a:rPr lang="en-US" altLang="zh-CN" sz="6000" b="1" dirty="0">
                <a:solidFill>
                  <a:srgbClr val="FFFF00"/>
                </a:solidFill>
                <a:latin typeface="Times New Roman" panose="02020603050405020304" charset="0"/>
                <a:ea typeface="Arial" panose="020B0604020202020204"/>
                <a:cs typeface="Times New Roman" panose="02020603050405020304" charset="0"/>
              </a:rPr>
              <a:t>Cross-Civilizational Encounter:</a:t>
            </a:r>
            <a:r>
              <a:rPr lang="en-US" altLang="zh-CN" sz="6000" dirty="0">
                <a:solidFill>
                  <a:schemeClr val="bg1"/>
                </a:solidFill>
                <a:latin typeface="Times New Roman" panose="02020603050405020304" charset="0"/>
                <a:ea typeface="Arial" panose="020B0604020202020204"/>
                <a:cs typeface="Times New Roman" panose="02020603050405020304" charset="0"/>
              </a:rPr>
              <a:t> Jazz concerts brought American political ideals into foreign cultural spaces, where overseas audiences could listen, respond, and reinterpret them.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6"/>
          <p:cNvPicPr>
            <a:picLocks noChangeAspect="1"/>
          </p:cNvPicPr>
          <p:nvPr/>
        </p:nvPicPr>
        <p:blipFill>
          <a:blip r:embed="rId2"/>
          <a:stretch>
            <a:fillRect/>
          </a:stretch>
        </p:blipFill>
        <p:spPr>
          <a:xfrm rot="21600000">
            <a:off x="-222422" y="0"/>
            <a:ext cx="32918400" cy="18288000"/>
          </a:xfrm>
          <a:prstGeom prst="rect">
            <a:avLst/>
          </a:prstGeom>
        </p:spPr>
      </p:pic>
      <p:sp>
        <p:nvSpPr>
          <p:cNvPr id="58" name="textbox 58"/>
          <p:cNvSpPr/>
          <p:nvPr/>
        </p:nvSpPr>
        <p:spPr>
          <a:xfrm>
            <a:off x="12668279" y="7852603"/>
            <a:ext cx="7112634" cy="6430009"/>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3625215" algn="l" rtl="0" eaLnBrk="0">
              <a:lnSpc>
                <a:spcPct val="77000"/>
              </a:lnSpc>
            </a:pPr>
            <a:r>
              <a:rPr sz="3400" kern="0" spc="-10" dirty="0">
                <a:solidFill>
                  <a:srgbClr val="A09020">
                    <a:alpha val="100000"/>
                  </a:srgbClr>
                </a:solidFill>
                <a:latin typeface="Times New Roman" panose="02020603050405020304"/>
                <a:ea typeface="Times New Roman" panose="02020603050405020304"/>
                <a:cs typeface="Times New Roman" panose="02020603050405020304"/>
              </a:rPr>
              <a:t>L</a:t>
            </a:r>
            <a:endParaRPr sz="3400" dirty="0">
              <a:latin typeface="Times New Roman" panose="02020603050405020304"/>
              <a:ea typeface="Times New Roman" panose="02020603050405020304"/>
              <a:cs typeface="Times New Roman" panose="020206030504050203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marL="1358900" algn="l" rtl="0" eaLnBrk="0">
              <a:lnSpc>
                <a:spcPct val="79000"/>
              </a:lnSpc>
              <a:spcBef>
                <a:spcPts val="2010"/>
              </a:spcBef>
            </a:pPr>
            <a:r>
              <a:rPr sz="6700" kern="0" spc="-20" dirty="0">
                <a:solidFill>
                  <a:srgbClr val="FFFF00">
                    <a:alpha val="100000"/>
                  </a:srgbClr>
                </a:solidFill>
                <a:latin typeface="Times New Roman" panose="02020603050405020304"/>
                <a:ea typeface="Times New Roman" panose="02020603050405020304"/>
                <a:cs typeface="Times New Roman" panose="02020603050405020304"/>
              </a:rPr>
              <a:t>Syncopation</a:t>
            </a:r>
            <a:endParaRPr sz="6700" dirty="0">
              <a:solidFill>
                <a:srgbClr val="FFFF00"/>
              </a:solidFill>
              <a:latin typeface="Times New Roman" panose="02020603050405020304"/>
              <a:ea typeface="Times New Roman" panose="02020603050405020304"/>
              <a:cs typeface="Times New Roman" panose="020206030504050203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marL="12700" algn="l" rtl="0" eaLnBrk="0">
              <a:lnSpc>
                <a:spcPts val="5930"/>
              </a:lnSpc>
              <a:spcBef>
                <a:spcPts val="1300"/>
              </a:spcBef>
            </a:pPr>
            <a:r>
              <a:rPr sz="4300" kern="0" spc="-40" dirty="0">
                <a:solidFill>
                  <a:srgbClr val="FFFFFF">
                    <a:alpha val="100000"/>
                  </a:srgbClr>
                </a:solidFill>
                <a:latin typeface="Arial" panose="020B0604020202020204"/>
                <a:ea typeface="Arial" panose="020B0604020202020204"/>
                <a:cs typeface="Arial" panose="020B0604020202020204"/>
              </a:rPr>
              <a:t>Represe</a:t>
            </a:r>
            <a:r>
              <a:rPr sz="4300" kern="0" spc="-30" dirty="0">
                <a:solidFill>
                  <a:srgbClr val="FFFFFF">
                    <a:alpha val="100000"/>
                  </a:srgbClr>
                </a:solidFill>
                <a:latin typeface="Arial" panose="020B0604020202020204"/>
                <a:ea typeface="Arial" panose="020B0604020202020204"/>
                <a:cs typeface="Arial" panose="020B0604020202020204"/>
              </a:rPr>
              <a:t>nted the</a:t>
            </a:r>
            <a:r>
              <a:rPr sz="4300" kern="0" spc="390" dirty="0">
                <a:solidFill>
                  <a:srgbClr val="FFFFFF">
                    <a:alpha val="100000"/>
                  </a:srgbClr>
                </a:solidFill>
                <a:latin typeface="Arial" panose="020B0604020202020204"/>
                <a:ea typeface="Arial" panose="020B0604020202020204"/>
                <a:cs typeface="Arial" panose="020B0604020202020204"/>
              </a:rPr>
              <a:t> </a:t>
            </a:r>
            <a:r>
              <a:rPr sz="4300" b="1" kern="0" spc="-30" dirty="0">
                <a:solidFill>
                  <a:srgbClr val="FFFFFF">
                    <a:alpha val="100000"/>
                  </a:srgbClr>
                </a:solidFill>
                <a:latin typeface="Arial" panose="020B0604020202020204"/>
                <a:ea typeface="Arial" panose="020B0604020202020204"/>
                <a:cs typeface="Arial" panose="020B0604020202020204"/>
              </a:rPr>
              <a:t>breaking o</a:t>
            </a:r>
            <a:r>
              <a:rPr sz="4300" b="1" kern="0" spc="40" dirty="0">
                <a:solidFill>
                  <a:srgbClr val="FFFFFF">
                    <a:alpha val="100000"/>
                  </a:srgbClr>
                </a:solidFill>
                <a:latin typeface="Arial" panose="020B0604020202020204"/>
                <a:ea typeface="Arial" panose="020B0604020202020204"/>
                <a:cs typeface="Arial" panose="020B0604020202020204"/>
              </a:rPr>
              <a:t>f</a:t>
            </a:r>
            <a:endParaRPr sz="4300" dirty="0">
              <a:latin typeface="Arial" panose="020B0604020202020204"/>
              <a:ea typeface="Arial" panose="020B0604020202020204"/>
              <a:cs typeface="Arial" panose="020B0604020202020204"/>
            </a:endParaRPr>
          </a:p>
          <a:p>
            <a:pPr marL="717550" algn="l" rtl="0" eaLnBrk="0">
              <a:lnSpc>
                <a:spcPts val="5930"/>
              </a:lnSpc>
              <a:spcBef>
                <a:spcPts val="670"/>
              </a:spcBef>
            </a:pPr>
            <a:r>
              <a:rPr sz="4300" b="1" kern="0" spc="0" dirty="0">
                <a:solidFill>
                  <a:srgbClr val="FFFFFF">
                    <a:alpha val="100000"/>
                  </a:srgbClr>
                </a:solidFill>
                <a:latin typeface="Arial" panose="020B0604020202020204"/>
                <a:ea typeface="Arial" panose="020B0604020202020204"/>
                <a:cs typeface="Arial" panose="020B0604020202020204"/>
              </a:rPr>
              <a:t>rigid</a:t>
            </a:r>
            <a:r>
              <a:rPr sz="4300" b="1" kern="0" spc="60" dirty="0">
                <a:solidFill>
                  <a:srgbClr val="FFFFFF">
                    <a:alpha val="100000"/>
                  </a:srgbClr>
                </a:solidFill>
                <a:latin typeface="Arial" panose="020B0604020202020204"/>
                <a:ea typeface="Arial" panose="020B0604020202020204"/>
                <a:cs typeface="Arial" panose="020B0604020202020204"/>
              </a:rPr>
              <a:t> </a:t>
            </a:r>
            <a:r>
              <a:rPr sz="4300" b="1" kern="0" spc="0" dirty="0">
                <a:solidFill>
                  <a:srgbClr val="FFFFFF">
                    <a:alpha val="100000"/>
                  </a:srgbClr>
                </a:solidFill>
                <a:latin typeface="Arial" panose="020B0604020202020204"/>
                <a:ea typeface="Arial" panose="020B0604020202020204"/>
                <a:cs typeface="Arial" panose="020B0604020202020204"/>
              </a:rPr>
              <a:t>order</a:t>
            </a:r>
            <a:r>
              <a:rPr sz="4300" b="1" kern="0" spc="60" dirty="0">
                <a:solidFill>
                  <a:srgbClr val="FFFFFF">
                    <a:alpha val="100000"/>
                  </a:srgbClr>
                </a:solidFill>
                <a:latin typeface="Arial" panose="020B0604020202020204"/>
                <a:ea typeface="Arial" panose="020B0604020202020204"/>
                <a:cs typeface="Arial" panose="020B0604020202020204"/>
              </a:rPr>
              <a:t>,</a:t>
            </a:r>
            <a:r>
              <a:rPr sz="4300" kern="0" spc="0" dirty="0">
                <a:solidFill>
                  <a:srgbClr val="FFFFFF">
                    <a:alpha val="100000"/>
                  </a:srgbClr>
                </a:solidFill>
                <a:latin typeface="Arial" panose="020B0604020202020204"/>
                <a:ea typeface="Arial" panose="020B0604020202020204"/>
                <a:cs typeface="Arial" panose="020B0604020202020204"/>
              </a:rPr>
              <a:t>contrasting</a:t>
            </a:r>
            <a:endParaRPr sz="4300" dirty="0">
              <a:latin typeface="Arial" panose="020B0604020202020204"/>
              <a:ea typeface="Arial" panose="020B0604020202020204"/>
              <a:cs typeface="Arial" panose="020B0604020202020204"/>
            </a:endParaRPr>
          </a:p>
          <a:p>
            <a:pPr marL="1219200" algn="l" rtl="0" eaLnBrk="0">
              <a:lnSpc>
                <a:spcPts val="5930"/>
              </a:lnSpc>
              <a:spcBef>
                <a:spcPts val="1270"/>
              </a:spcBef>
            </a:pPr>
            <a:r>
              <a:rPr sz="4300" kern="0" spc="0" dirty="0">
                <a:solidFill>
                  <a:srgbClr val="FFFFFF">
                    <a:alpha val="100000"/>
                  </a:srgbClr>
                </a:solidFill>
                <a:latin typeface="Arial" panose="020B0604020202020204"/>
                <a:ea typeface="Arial" panose="020B0604020202020204"/>
                <a:cs typeface="Arial" panose="020B0604020202020204"/>
              </a:rPr>
              <a:t>sharply</a:t>
            </a:r>
            <a:r>
              <a:rPr sz="4300" kern="0" spc="410" dirty="0">
                <a:solidFill>
                  <a:srgbClr val="FFFFFF">
                    <a:alpha val="100000"/>
                  </a:srgbClr>
                </a:solidFill>
                <a:latin typeface="Arial" panose="020B0604020202020204"/>
                <a:ea typeface="Arial" panose="020B0604020202020204"/>
                <a:cs typeface="Arial" panose="020B0604020202020204"/>
              </a:rPr>
              <a:t> </a:t>
            </a:r>
            <a:r>
              <a:rPr sz="4300" kern="0" spc="0" dirty="0">
                <a:solidFill>
                  <a:srgbClr val="FFFFFF">
                    <a:alpha val="100000"/>
                  </a:srgbClr>
                </a:solidFill>
                <a:latin typeface="Arial" panose="020B0604020202020204"/>
                <a:ea typeface="Arial" panose="020B0604020202020204"/>
                <a:cs typeface="Arial" panose="020B0604020202020204"/>
              </a:rPr>
              <a:t>with</a:t>
            </a:r>
            <a:r>
              <a:rPr sz="4300" kern="0" spc="580" dirty="0">
                <a:solidFill>
                  <a:srgbClr val="FFFFFF">
                    <a:alpha val="100000"/>
                  </a:srgbClr>
                </a:solidFill>
                <a:latin typeface="Arial" panose="020B0604020202020204"/>
                <a:ea typeface="Arial" panose="020B0604020202020204"/>
                <a:cs typeface="Arial" panose="020B0604020202020204"/>
              </a:rPr>
              <a:t> </a:t>
            </a:r>
            <a:r>
              <a:rPr sz="4300" kern="0" spc="0" dirty="0">
                <a:solidFill>
                  <a:srgbClr val="FFFFFF">
                    <a:alpha val="100000"/>
                  </a:srgbClr>
                </a:solidFill>
                <a:latin typeface="Arial" panose="020B0604020202020204"/>
                <a:ea typeface="Arial" panose="020B0604020202020204"/>
                <a:cs typeface="Arial" panose="020B0604020202020204"/>
              </a:rPr>
              <a:t>Soviet</a:t>
            </a:r>
            <a:endParaRPr sz="4300" dirty="0">
              <a:latin typeface="Arial" panose="020B0604020202020204"/>
              <a:ea typeface="Arial" panose="020B0604020202020204"/>
              <a:cs typeface="Arial" panose="020B0604020202020204"/>
            </a:endParaRPr>
          </a:p>
          <a:p>
            <a:pPr algn="l" rtl="0" eaLnBrk="0">
              <a:lnSpc>
                <a:spcPct val="103000"/>
              </a:lnSpc>
            </a:pPr>
            <a:endParaRPr sz="2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685165" algn="l" rtl="0" eaLnBrk="0">
              <a:lnSpc>
                <a:spcPts val="5930"/>
              </a:lnSpc>
            </a:pPr>
            <a:r>
              <a:rPr sz="4300" kern="0" spc="0" dirty="0">
                <a:solidFill>
                  <a:srgbClr val="FFFFFF">
                    <a:alpha val="100000"/>
                  </a:srgbClr>
                </a:solidFill>
                <a:latin typeface="Arial" panose="020B0604020202020204"/>
                <a:ea typeface="Arial" panose="020B0604020202020204"/>
                <a:cs typeface="Arial" panose="020B0604020202020204"/>
              </a:rPr>
              <a:t>authoritarian</a:t>
            </a:r>
            <a:r>
              <a:rPr sz="4300" kern="0" spc="170" dirty="0">
                <a:solidFill>
                  <a:srgbClr val="FFFFFF">
                    <a:alpha val="100000"/>
                  </a:srgbClr>
                </a:solidFill>
                <a:latin typeface="Arial" panose="020B0604020202020204"/>
                <a:ea typeface="Arial" panose="020B0604020202020204"/>
                <a:cs typeface="Arial" panose="020B0604020202020204"/>
              </a:rPr>
              <a:t>   </a:t>
            </a:r>
            <a:r>
              <a:rPr sz="4300" kern="0" spc="0" dirty="0">
                <a:solidFill>
                  <a:srgbClr val="FFFFFF">
                    <a:alpha val="100000"/>
                  </a:srgbClr>
                </a:solidFill>
                <a:latin typeface="Arial" panose="020B0604020202020204"/>
                <a:ea typeface="Arial" panose="020B0604020202020204"/>
                <a:cs typeface="Arial" panose="020B0604020202020204"/>
              </a:rPr>
              <a:t>structure</a:t>
            </a:r>
            <a:r>
              <a:rPr sz="4300" kern="0" spc="120" dirty="0">
                <a:solidFill>
                  <a:srgbClr val="FFFFFF">
                    <a:alpha val="100000"/>
                  </a:srgbClr>
                </a:solidFill>
                <a:latin typeface="Arial" panose="020B0604020202020204"/>
                <a:ea typeface="Arial" panose="020B0604020202020204"/>
                <a:cs typeface="Arial" panose="020B0604020202020204"/>
              </a:rPr>
              <a:t>.</a:t>
            </a:r>
            <a:endParaRPr sz="4300" dirty="0">
              <a:latin typeface="Arial" panose="020B0604020202020204"/>
              <a:ea typeface="Arial" panose="020B0604020202020204"/>
              <a:cs typeface="Arial" panose="020B0604020202020204"/>
            </a:endParaRPr>
          </a:p>
        </p:txBody>
      </p:sp>
      <p:sp>
        <p:nvSpPr>
          <p:cNvPr id="60" name="textbox 60"/>
          <p:cNvSpPr/>
          <p:nvPr/>
        </p:nvSpPr>
        <p:spPr>
          <a:xfrm>
            <a:off x="22764880" y="9354881"/>
            <a:ext cx="7173594" cy="4748529"/>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marL="735965" algn="l" rtl="0" eaLnBrk="0">
              <a:lnSpc>
                <a:spcPct val="79000"/>
              </a:lnSpc>
            </a:pPr>
            <a:r>
              <a:rPr sz="6700" kern="0" spc="-40" dirty="0">
                <a:solidFill>
                  <a:srgbClr val="FFFF00">
                    <a:alpha val="100000"/>
                  </a:srgbClr>
                </a:solidFill>
                <a:latin typeface="Times New Roman" panose="02020603050405020304"/>
                <a:ea typeface="Times New Roman" panose="02020603050405020304"/>
                <a:cs typeface="Times New Roman" panose="02020603050405020304"/>
              </a:rPr>
              <a:t>Call</a:t>
            </a:r>
            <a:r>
              <a:rPr sz="6700" kern="0" spc="1350" dirty="0">
                <a:solidFill>
                  <a:srgbClr val="FFFF00">
                    <a:alpha val="100000"/>
                  </a:srgbClr>
                </a:solidFill>
                <a:latin typeface="Times New Roman" panose="02020603050405020304"/>
                <a:ea typeface="Times New Roman" panose="02020603050405020304"/>
                <a:cs typeface="Times New Roman" panose="02020603050405020304"/>
              </a:rPr>
              <a:t> </a:t>
            </a:r>
            <a:r>
              <a:rPr lang="en-US" sz="6700" kern="0" spc="-40" dirty="0">
                <a:solidFill>
                  <a:srgbClr val="FFFF00">
                    <a:alpha val="100000"/>
                  </a:srgbClr>
                </a:solidFill>
                <a:latin typeface="Times New Roman" panose="02020603050405020304"/>
                <a:ea typeface="Times New Roman" panose="02020603050405020304"/>
                <a:cs typeface="Times New Roman" panose="02020603050405020304"/>
              </a:rPr>
              <a:t>&amp;</a:t>
            </a:r>
            <a:r>
              <a:rPr sz="6700" kern="0" spc="1050" dirty="0">
                <a:solidFill>
                  <a:srgbClr val="FFFF00">
                    <a:alpha val="100000"/>
                  </a:srgbClr>
                </a:solidFill>
                <a:latin typeface="Times New Roman" panose="02020603050405020304"/>
                <a:ea typeface="Times New Roman" panose="02020603050405020304"/>
                <a:cs typeface="Times New Roman" panose="02020603050405020304"/>
              </a:rPr>
              <a:t> </a:t>
            </a:r>
            <a:r>
              <a:rPr sz="6700" kern="0" spc="-40" dirty="0">
                <a:solidFill>
                  <a:srgbClr val="FFFF00">
                    <a:alpha val="100000"/>
                  </a:srgbClr>
                </a:solidFill>
                <a:latin typeface="Times New Roman" panose="02020603050405020304"/>
                <a:ea typeface="Times New Roman" panose="02020603050405020304"/>
                <a:cs typeface="Times New Roman" panose="02020603050405020304"/>
              </a:rPr>
              <a:t>Resp</a:t>
            </a:r>
            <a:r>
              <a:rPr sz="6700" kern="0" spc="-50" dirty="0">
                <a:solidFill>
                  <a:srgbClr val="FFFF00">
                    <a:alpha val="100000"/>
                  </a:srgbClr>
                </a:solidFill>
                <a:latin typeface="Times New Roman" panose="02020603050405020304"/>
                <a:ea typeface="Times New Roman" panose="02020603050405020304"/>
                <a:cs typeface="Times New Roman" panose="02020603050405020304"/>
              </a:rPr>
              <a:t>onse</a:t>
            </a:r>
            <a:endParaRPr sz="6700" dirty="0">
              <a:solidFill>
                <a:srgbClr val="FFFF00"/>
              </a:solidFill>
              <a:latin typeface="Times New Roman" panose="02020603050405020304"/>
              <a:ea typeface="Times New Roman" panose="02020603050405020304"/>
              <a:cs typeface="Times New Roman" panose="020206030504050203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4000"/>
              </a:lnSpc>
            </a:pPr>
            <a:endParaRPr sz="1000" dirty="0">
              <a:latin typeface="Arial" panose="020B0604020202020204"/>
              <a:ea typeface="Arial" panose="020B0604020202020204"/>
              <a:cs typeface="Arial" panose="020B0604020202020204"/>
            </a:endParaRPr>
          </a:p>
          <a:p>
            <a:pPr marL="951865" algn="l" rtl="0" eaLnBrk="0">
              <a:lnSpc>
                <a:spcPts val="5930"/>
              </a:lnSpc>
              <a:spcBef>
                <a:spcPts val="1295"/>
              </a:spcBef>
            </a:pPr>
            <a:r>
              <a:rPr sz="4300" kern="0" spc="0" dirty="0">
                <a:solidFill>
                  <a:srgbClr val="FFFFFF">
                    <a:alpha val="100000"/>
                  </a:srgbClr>
                </a:solidFill>
                <a:latin typeface="Arial" panose="020B0604020202020204"/>
                <a:ea typeface="Arial" panose="020B0604020202020204"/>
                <a:cs typeface="Arial" panose="020B0604020202020204"/>
              </a:rPr>
              <a:t>Embodied</a:t>
            </a:r>
            <a:r>
              <a:rPr sz="4300" kern="0" spc="380" dirty="0">
                <a:solidFill>
                  <a:srgbClr val="FFFFFF">
                    <a:alpha val="100000"/>
                  </a:srgbClr>
                </a:solidFill>
                <a:latin typeface="Arial" panose="020B0604020202020204"/>
                <a:ea typeface="Arial" panose="020B0604020202020204"/>
                <a:cs typeface="Arial" panose="020B0604020202020204"/>
              </a:rPr>
              <a:t> </a:t>
            </a:r>
            <a:r>
              <a:rPr sz="4300" kern="0" spc="0" dirty="0">
                <a:solidFill>
                  <a:srgbClr val="FFFFFF">
                    <a:alpha val="100000"/>
                  </a:srgbClr>
                </a:solidFill>
                <a:latin typeface="Arial" panose="020B0604020202020204"/>
                <a:ea typeface="Arial" panose="020B0604020202020204"/>
                <a:cs typeface="Arial" panose="020B0604020202020204"/>
              </a:rPr>
              <a:t>demo</a:t>
            </a:r>
            <a:r>
              <a:rPr sz="4300" kern="0" spc="-10" dirty="0">
                <a:solidFill>
                  <a:srgbClr val="FFFFFF">
                    <a:alpha val="100000"/>
                  </a:srgbClr>
                </a:solidFill>
                <a:latin typeface="Arial" panose="020B0604020202020204"/>
                <a:ea typeface="Arial" panose="020B0604020202020204"/>
                <a:cs typeface="Arial" panose="020B0604020202020204"/>
              </a:rPr>
              <a:t>cratic</a:t>
            </a:r>
            <a:endParaRPr sz="4300" dirty="0">
              <a:latin typeface="Arial" panose="020B0604020202020204"/>
              <a:ea typeface="Arial" panose="020B0604020202020204"/>
              <a:cs typeface="Arial" panose="020B0604020202020204"/>
            </a:endParaRPr>
          </a:p>
          <a:p>
            <a:pPr marL="12700" algn="l" rtl="0" eaLnBrk="0">
              <a:lnSpc>
                <a:spcPts val="5930"/>
              </a:lnSpc>
              <a:spcBef>
                <a:spcPts val="560"/>
              </a:spcBef>
            </a:pPr>
            <a:r>
              <a:rPr sz="4300" b="1" kern="0" spc="20" dirty="0">
                <a:solidFill>
                  <a:srgbClr val="FFFFFF">
                    <a:alpha val="100000"/>
                  </a:srgbClr>
                </a:solidFill>
                <a:latin typeface="Arial" panose="020B0604020202020204"/>
                <a:ea typeface="Arial" panose="020B0604020202020204"/>
                <a:cs typeface="Arial" panose="020B0604020202020204"/>
              </a:rPr>
              <a:t>dialogue,</a:t>
            </a:r>
            <a:r>
              <a:rPr sz="4300" kern="0" spc="20" dirty="0">
                <a:solidFill>
                  <a:srgbClr val="FFFFFF">
                    <a:alpha val="100000"/>
                  </a:srgbClr>
                </a:solidFill>
                <a:latin typeface="Arial" panose="020B0604020202020204"/>
                <a:ea typeface="Arial" panose="020B0604020202020204"/>
                <a:cs typeface="Arial" panose="020B0604020202020204"/>
              </a:rPr>
              <a:t>demonstra</a:t>
            </a:r>
            <a:r>
              <a:rPr sz="4300" kern="0" spc="10" dirty="0">
                <a:solidFill>
                  <a:srgbClr val="FFFFFF">
                    <a:alpha val="100000"/>
                  </a:srgbClr>
                </a:solidFill>
                <a:latin typeface="Arial" panose="020B0604020202020204"/>
                <a:ea typeface="Arial" panose="020B0604020202020204"/>
                <a:cs typeface="Arial" panose="020B0604020202020204"/>
              </a:rPr>
              <a:t>ting</a:t>
            </a:r>
            <a:r>
              <a:rPr sz="4300" kern="0" spc="690" dirty="0">
                <a:solidFill>
                  <a:srgbClr val="FFFFFF">
                    <a:alpha val="100000"/>
                  </a:srgbClr>
                </a:solidFill>
                <a:latin typeface="Arial" panose="020B0604020202020204"/>
                <a:ea typeface="Arial" panose="020B0604020202020204"/>
                <a:cs typeface="Arial" panose="020B0604020202020204"/>
              </a:rPr>
              <a:t> </a:t>
            </a:r>
            <a:r>
              <a:rPr sz="4300" kern="0" spc="10" dirty="0">
                <a:solidFill>
                  <a:srgbClr val="FFFFFF">
                    <a:alpha val="100000"/>
                  </a:srgbClr>
                </a:solidFill>
                <a:latin typeface="Arial" panose="020B0604020202020204"/>
                <a:ea typeface="Arial" panose="020B0604020202020204"/>
                <a:cs typeface="Arial" panose="020B0604020202020204"/>
              </a:rPr>
              <a:t>how</a:t>
            </a:r>
            <a:endParaRPr sz="4300" dirty="0">
              <a:latin typeface="Arial" panose="020B0604020202020204"/>
              <a:ea typeface="Arial" panose="020B0604020202020204"/>
              <a:cs typeface="Arial" panose="020B0604020202020204"/>
            </a:endParaRPr>
          </a:p>
          <a:p>
            <a:pPr marL="545465" algn="l" rtl="0" eaLnBrk="0">
              <a:lnSpc>
                <a:spcPts val="5930"/>
              </a:lnSpc>
              <a:spcBef>
                <a:spcPts val="1880"/>
              </a:spcBef>
            </a:pPr>
            <a:r>
              <a:rPr sz="4300" kern="0" spc="0" dirty="0">
                <a:solidFill>
                  <a:srgbClr val="FFFFFF">
                    <a:alpha val="100000"/>
                  </a:srgbClr>
                </a:solidFill>
                <a:latin typeface="Arial" panose="020B0604020202020204"/>
                <a:ea typeface="Arial" panose="020B0604020202020204"/>
                <a:cs typeface="Arial" panose="020B0604020202020204"/>
              </a:rPr>
              <a:t>diverse</a:t>
            </a:r>
            <a:r>
              <a:rPr sz="4300" kern="0" spc="310" dirty="0">
                <a:solidFill>
                  <a:srgbClr val="FFFFFF">
                    <a:alpha val="100000"/>
                  </a:srgbClr>
                </a:solidFill>
                <a:latin typeface="Arial" panose="020B0604020202020204"/>
                <a:ea typeface="Arial" panose="020B0604020202020204"/>
                <a:cs typeface="Arial" panose="020B0604020202020204"/>
              </a:rPr>
              <a:t> </a:t>
            </a:r>
            <a:r>
              <a:rPr sz="4300" kern="0" spc="0" dirty="0">
                <a:solidFill>
                  <a:srgbClr val="FFFFFF">
                    <a:alpha val="100000"/>
                  </a:srgbClr>
                </a:solidFill>
                <a:latin typeface="Arial" panose="020B0604020202020204"/>
                <a:ea typeface="Arial" panose="020B0604020202020204"/>
                <a:cs typeface="Arial" panose="020B0604020202020204"/>
              </a:rPr>
              <a:t>voices</a:t>
            </a:r>
            <a:r>
              <a:rPr sz="4300" kern="0" spc="550" dirty="0">
                <a:solidFill>
                  <a:srgbClr val="FFFFFF">
                    <a:alpha val="100000"/>
                  </a:srgbClr>
                </a:solidFill>
                <a:latin typeface="Arial" panose="020B0604020202020204"/>
                <a:ea typeface="Arial" panose="020B0604020202020204"/>
                <a:cs typeface="Arial" panose="020B0604020202020204"/>
              </a:rPr>
              <a:t> </a:t>
            </a:r>
            <a:r>
              <a:rPr sz="4300" kern="0" spc="0" dirty="0">
                <a:solidFill>
                  <a:srgbClr val="FFFFFF">
                    <a:alpha val="100000"/>
                  </a:srgbClr>
                </a:solidFill>
                <a:latin typeface="Arial" panose="020B0604020202020204"/>
                <a:ea typeface="Arial" panose="020B0604020202020204"/>
                <a:cs typeface="Arial" panose="020B0604020202020204"/>
              </a:rPr>
              <a:t>in</a:t>
            </a:r>
            <a:r>
              <a:rPr sz="4300" kern="0" spc="-10" dirty="0">
                <a:solidFill>
                  <a:srgbClr val="FFFFFF">
                    <a:alpha val="100000"/>
                  </a:srgbClr>
                </a:solidFill>
                <a:latin typeface="Arial" panose="020B0604020202020204"/>
                <a:ea typeface="Arial" panose="020B0604020202020204"/>
                <a:cs typeface="Arial" panose="020B0604020202020204"/>
              </a:rPr>
              <a:t>teract</a:t>
            </a:r>
            <a:r>
              <a:rPr sz="4300" kern="0" spc="340" dirty="0">
                <a:solidFill>
                  <a:srgbClr val="FFFFFF">
                    <a:alpha val="100000"/>
                  </a:srgbClr>
                </a:solidFill>
                <a:latin typeface="Arial" panose="020B0604020202020204"/>
                <a:ea typeface="Arial" panose="020B0604020202020204"/>
                <a:cs typeface="Arial" panose="020B0604020202020204"/>
              </a:rPr>
              <a:t> </a:t>
            </a:r>
            <a:r>
              <a:rPr sz="4300" kern="0" spc="-10" dirty="0">
                <a:solidFill>
                  <a:srgbClr val="FFFFFF">
                    <a:alpha val="100000"/>
                  </a:srgbClr>
                </a:solidFill>
                <a:latin typeface="Arial" panose="020B0604020202020204"/>
                <a:ea typeface="Arial" panose="020B0604020202020204"/>
                <a:cs typeface="Arial" panose="020B0604020202020204"/>
              </a:rPr>
              <a:t>to</a:t>
            </a:r>
            <a:endParaRPr sz="4300" dirty="0">
              <a:latin typeface="Arial" panose="020B0604020202020204"/>
              <a:ea typeface="Arial" panose="020B0604020202020204"/>
              <a:cs typeface="Arial" panose="020B0604020202020204"/>
            </a:endParaRPr>
          </a:p>
          <a:p>
            <a:pPr marL="1638300" algn="l" rtl="0" eaLnBrk="0">
              <a:lnSpc>
                <a:spcPts val="5930"/>
              </a:lnSpc>
              <a:spcBef>
                <a:spcPts val="410"/>
              </a:spcBef>
            </a:pPr>
            <a:r>
              <a:rPr sz="4300" kern="0" spc="-10" dirty="0">
                <a:solidFill>
                  <a:srgbClr val="FFFFFF">
                    <a:alpha val="100000"/>
                  </a:srgbClr>
                </a:solidFill>
                <a:latin typeface="Arial" panose="020B0604020202020204"/>
                <a:ea typeface="Arial" panose="020B0604020202020204"/>
                <a:cs typeface="Arial" panose="020B0604020202020204"/>
              </a:rPr>
              <a:t>create</a:t>
            </a:r>
            <a:r>
              <a:rPr sz="4300" kern="0" spc="1110" dirty="0">
                <a:solidFill>
                  <a:srgbClr val="FFFFFF">
                    <a:alpha val="100000"/>
                  </a:srgbClr>
                </a:solidFill>
                <a:latin typeface="Arial" panose="020B0604020202020204"/>
                <a:ea typeface="Arial" panose="020B0604020202020204"/>
                <a:cs typeface="Arial" panose="020B0604020202020204"/>
              </a:rPr>
              <a:t> </a:t>
            </a:r>
            <a:r>
              <a:rPr sz="4300" kern="0" spc="-10" dirty="0">
                <a:solidFill>
                  <a:srgbClr val="FFFFFF">
                    <a:alpha val="100000"/>
                  </a:srgbClr>
                </a:solidFill>
                <a:latin typeface="Arial" panose="020B0604020202020204"/>
                <a:ea typeface="Arial" panose="020B0604020202020204"/>
                <a:cs typeface="Arial" panose="020B0604020202020204"/>
              </a:rPr>
              <a:t>harmony</a:t>
            </a:r>
            <a:r>
              <a:rPr sz="4300" kern="0" spc="-20" dirty="0">
                <a:solidFill>
                  <a:srgbClr val="FFFFFF">
                    <a:alpha val="100000"/>
                  </a:srgbClr>
                </a:solidFill>
                <a:latin typeface="Arial" panose="020B0604020202020204"/>
                <a:ea typeface="Arial" panose="020B0604020202020204"/>
                <a:cs typeface="Arial" panose="020B0604020202020204"/>
              </a:rPr>
              <a:t>.</a:t>
            </a:r>
            <a:endParaRPr sz="4300" dirty="0">
              <a:latin typeface="Arial" panose="020B0604020202020204"/>
              <a:ea typeface="Arial" panose="020B0604020202020204"/>
              <a:cs typeface="Arial" panose="020B0604020202020204"/>
            </a:endParaRPr>
          </a:p>
        </p:txBody>
      </p:sp>
      <p:sp>
        <p:nvSpPr>
          <p:cNvPr id="62" name="textbox 62"/>
          <p:cNvSpPr/>
          <p:nvPr/>
        </p:nvSpPr>
        <p:spPr>
          <a:xfrm>
            <a:off x="1498457" y="2064211"/>
            <a:ext cx="27503121" cy="1243964"/>
          </a:xfrm>
          <a:prstGeom prst="rect">
            <a:avLst/>
          </a:prstGeom>
          <a:noFill/>
          <a:ln w="0" cap="flat">
            <a:noFill/>
            <a:prstDash val="solid"/>
            <a:miter lim="0"/>
          </a:ln>
        </p:spPr>
        <p:txBody>
          <a:bodyPr vert="horz" wrap="square" lIns="0" tIns="0" rIns="0" bIns="0"/>
          <a:lstStyle/>
          <a:p>
            <a:pPr algn="l" rtl="0" eaLnBrk="0">
              <a:lnSpc>
                <a:spcPct val="46000"/>
              </a:lnSpc>
            </a:pPr>
            <a:endParaRPr sz="100" dirty="0">
              <a:latin typeface="Arial" panose="020B0604020202020204"/>
              <a:ea typeface="Arial" panose="020B0604020202020204"/>
              <a:cs typeface="Arial" panose="020B0604020202020204"/>
            </a:endParaRPr>
          </a:p>
          <a:p>
            <a:pPr marL="12700" algn="l" rtl="0" eaLnBrk="0">
              <a:lnSpc>
                <a:spcPct val="78000"/>
              </a:lnSpc>
            </a:pPr>
            <a:r>
              <a:rPr sz="10300" b="1" kern="0" spc="-80" dirty="0">
                <a:solidFill>
                  <a:srgbClr val="FFFFFF">
                    <a:alpha val="100000"/>
                  </a:srgbClr>
                </a:solidFill>
                <a:latin typeface="Times New Roman" panose="02020603050405020304"/>
                <a:ea typeface="Times New Roman" panose="02020603050405020304"/>
                <a:cs typeface="Times New Roman" panose="02020603050405020304"/>
              </a:rPr>
              <a:t>How Musical Features Became Political Meanings</a:t>
            </a:r>
            <a:endParaRPr sz="10300" dirty="0">
              <a:latin typeface="Times New Roman" panose="02020603050405020304"/>
              <a:ea typeface="Times New Roman" panose="02020603050405020304"/>
              <a:cs typeface="Times New Roman" panose="02020603050405020304"/>
            </a:endParaRPr>
          </a:p>
        </p:txBody>
      </p:sp>
      <p:sp>
        <p:nvSpPr>
          <p:cNvPr id="64" name="textbox 64"/>
          <p:cNvSpPr/>
          <p:nvPr/>
        </p:nvSpPr>
        <p:spPr>
          <a:xfrm>
            <a:off x="2663825" y="9335770"/>
            <a:ext cx="7860665" cy="4773930"/>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marL="876300" algn="l" rtl="0" eaLnBrk="0">
              <a:lnSpc>
                <a:spcPct val="79000"/>
              </a:lnSpc>
            </a:pPr>
            <a:r>
              <a:rPr sz="6700" kern="0" spc="0" dirty="0">
                <a:solidFill>
                  <a:srgbClr val="FFFF00">
                    <a:alpha val="100000"/>
                  </a:srgbClr>
                </a:solidFill>
                <a:latin typeface="Times New Roman" panose="02020603050405020304"/>
                <a:ea typeface="Times New Roman" panose="02020603050405020304"/>
                <a:cs typeface="Times New Roman" panose="02020603050405020304"/>
              </a:rPr>
              <a:t>Improvisation</a:t>
            </a:r>
            <a:endParaRPr sz="6700" dirty="0">
              <a:solidFill>
                <a:srgbClr val="FFFF00"/>
              </a:solidFill>
              <a:latin typeface="Times New Roman" panose="02020603050405020304"/>
              <a:ea typeface="Times New Roman" panose="02020603050405020304"/>
              <a:cs typeface="Times New Roman" panose="020206030504050203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marL="863600" algn="l" rtl="0" eaLnBrk="0">
              <a:lnSpc>
                <a:spcPts val="5930"/>
              </a:lnSpc>
              <a:spcBef>
                <a:spcPts val="1295"/>
              </a:spcBef>
            </a:pPr>
            <a:r>
              <a:rPr lang="en-US" altLang="zh-CN" sz="4300" kern="0" spc="0" dirty="0">
                <a:solidFill>
                  <a:srgbClr val="FFFFFF">
                    <a:alpha val="100000"/>
                  </a:srgbClr>
                </a:solidFill>
                <a:latin typeface="Arial" panose="020B0604020202020204"/>
                <a:ea typeface="Arial" panose="020B0604020202020204"/>
                <a:cs typeface="Arial" panose="020B0604020202020204"/>
              </a:rPr>
              <a:t>In jazz, improvisation means that musicians do not simply follow a fixed script. They create in the moment.</a:t>
            </a:r>
            <a:r>
              <a:rPr sz="4300" kern="0" spc="0" dirty="0">
                <a:solidFill>
                  <a:srgbClr val="FFFFFF">
                    <a:alpha val="100000"/>
                  </a:srgbClr>
                </a:solidFill>
                <a:latin typeface="Arial" panose="020B0604020202020204"/>
                <a:ea typeface="Arial" panose="020B0604020202020204"/>
                <a:cs typeface="Arial" panose="020B0604020202020204"/>
              </a:rPr>
              <a:t>.</a:t>
            </a:r>
            <a:endParaRPr sz="4300" dirty="0">
              <a:latin typeface="Arial" panose="020B0604020202020204"/>
              <a:ea typeface="Arial" panose="020B0604020202020204"/>
              <a:cs typeface="Arial" panose="020B0604020202020204"/>
            </a:endParaRPr>
          </a:p>
        </p:txBody>
      </p:sp>
      <p:pic>
        <p:nvPicPr>
          <p:cNvPr id="66" name="picture 66"/>
          <p:cNvPicPr>
            <a:picLocks noChangeAspect="1"/>
          </p:cNvPicPr>
          <p:nvPr/>
        </p:nvPicPr>
        <p:blipFill>
          <a:blip r:embed="rId3"/>
          <a:stretch>
            <a:fillRect/>
          </a:stretch>
        </p:blipFill>
        <p:spPr>
          <a:xfrm rot="21600000">
            <a:off x="25577841" y="6959681"/>
            <a:ext cx="1600238" cy="1435058"/>
          </a:xfrm>
          <a:prstGeom prst="rect">
            <a:avLst/>
          </a:prstGeom>
        </p:spPr>
      </p:pic>
      <p:pic>
        <p:nvPicPr>
          <p:cNvPr id="68" name="picture 68"/>
          <p:cNvPicPr>
            <a:picLocks noChangeAspect="1"/>
          </p:cNvPicPr>
          <p:nvPr/>
        </p:nvPicPr>
        <p:blipFill>
          <a:blip r:embed="rId4"/>
          <a:stretch>
            <a:fillRect/>
          </a:stretch>
        </p:blipFill>
        <p:spPr>
          <a:xfrm rot="21600000">
            <a:off x="5429178" y="6991319"/>
            <a:ext cx="1371681" cy="1390618"/>
          </a:xfrm>
          <a:prstGeom prst="rect">
            <a:avLst/>
          </a:prstGeom>
        </p:spPr>
      </p:pic>
      <p:sp>
        <p:nvSpPr>
          <p:cNvPr id="2" name="文本框 1"/>
          <p:cNvSpPr txBox="1"/>
          <p:nvPr/>
        </p:nvSpPr>
        <p:spPr>
          <a:xfrm>
            <a:off x="7188835" y="4286250"/>
            <a:ext cx="17936210" cy="1014730"/>
          </a:xfrm>
          <a:prstGeom prst="rect">
            <a:avLst/>
          </a:prstGeom>
          <a:noFill/>
        </p:spPr>
        <p:txBody>
          <a:bodyPr wrap="square" rtlCol="0">
            <a:spAutoFit/>
          </a:bodyPr>
          <a:lstStyle/>
          <a:p>
            <a:r>
              <a:rPr lang="en-US" altLang="zh-CN" sz="6000">
                <a:solidFill>
                  <a:srgbClr val="FFFF00"/>
                </a:solidFill>
                <a:latin typeface="Times New Roman" panose="02020603050405020304" charset="0"/>
                <a:cs typeface="Times New Roman" panose="02020603050405020304" charset="0"/>
              </a:rPr>
              <a:t>Musical form → Listener’s feeling → Political meaning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70"/>
          <p:cNvPicPr>
            <a:picLocks noChangeAspect="1"/>
          </p:cNvPicPr>
          <p:nvPr/>
        </p:nvPicPr>
        <p:blipFill>
          <a:blip r:embed="rId2"/>
          <a:stretch>
            <a:fillRect/>
          </a:stretch>
        </p:blipFill>
        <p:spPr>
          <a:xfrm rot="21600000">
            <a:off x="-197708" y="0"/>
            <a:ext cx="32918400" cy="18288000"/>
          </a:xfrm>
          <a:prstGeom prst="rect">
            <a:avLst/>
          </a:prstGeom>
        </p:spPr>
      </p:pic>
      <p:sp>
        <p:nvSpPr>
          <p:cNvPr id="72" name="textbox 72"/>
          <p:cNvSpPr/>
          <p:nvPr/>
        </p:nvSpPr>
        <p:spPr>
          <a:xfrm>
            <a:off x="1498457" y="1227222"/>
            <a:ext cx="29170628" cy="11927205"/>
          </a:xfrm>
          <a:prstGeom prst="rect">
            <a:avLst/>
          </a:prstGeom>
          <a:noFill/>
          <a:ln w="0" cap="flat">
            <a:noFill/>
            <a:prstDash val="solid"/>
            <a:miter lim="0"/>
          </a:ln>
        </p:spPr>
        <p:txBody>
          <a:bodyPr vert="horz" wrap="square" lIns="0" tIns="0" rIns="0" bIns="0"/>
          <a:lstStyle/>
          <a:p>
            <a:pPr algn="l" rtl="0" eaLnBrk="0">
              <a:lnSpc>
                <a:spcPct val="45000"/>
              </a:lnSpc>
            </a:pPr>
            <a:endParaRPr sz="100" dirty="0">
              <a:latin typeface="Arial" panose="020B0604020202020204"/>
              <a:ea typeface="Arial" panose="020B0604020202020204"/>
              <a:cs typeface="Arial" panose="020B0604020202020204"/>
            </a:endParaRPr>
          </a:p>
          <a:p>
            <a:pPr marL="12700" algn="l" rtl="0" eaLnBrk="0">
              <a:lnSpc>
                <a:spcPct val="78000"/>
              </a:lnSpc>
            </a:pPr>
            <a:r>
              <a:rPr sz="10400" b="1" kern="0" spc="-110" dirty="0">
                <a:solidFill>
                  <a:srgbClr val="FFFFFF">
                    <a:alpha val="100000"/>
                  </a:srgbClr>
                </a:solidFill>
                <a:latin typeface="Times New Roman" panose="02020603050405020304"/>
                <a:ea typeface="Times New Roman" panose="02020603050405020304"/>
                <a:cs typeface="Times New Roman" panose="02020603050405020304"/>
              </a:rPr>
              <a:t>Freedom Abroad,Inequality</a:t>
            </a:r>
            <a:r>
              <a:rPr sz="10400" b="1" kern="0" spc="-120" dirty="0">
                <a:solidFill>
                  <a:srgbClr val="FFFFFF">
                    <a:alpha val="100000"/>
                  </a:srgbClr>
                </a:solidFill>
                <a:latin typeface="Times New Roman" panose="02020603050405020304"/>
                <a:ea typeface="Times New Roman" panose="02020603050405020304"/>
                <a:cs typeface="Times New Roman" panose="02020603050405020304"/>
              </a:rPr>
              <a:t> at Home</a:t>
            </a:r>
            <a:endParaRPr sz="10400" dirty="0">
              <a:latin typeface="Times New Roman" panose="02020603050405020304"/>
              <a:ea typeface="Times New Roman" panose="02020603050405020304"/>
              <a:cs typeface="Times New Roman" panose="020206030504050203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16560800" algn="l" rtl="0" eaLnBrk="0">
              <a:lnSpc>
                <a:spcPts val="5930"/>
              </a:lnSpc>
              <a:spcBef>
                <a:spcPts val="1295"/>
              </a:spcBef>
            </a:pPr>
            <a:r>
              <a:rPr sz="4300" b="1" kern="0" spc="0" dirty="0">
                <a:solidFill>
                  <a:srgbClr val="FFFF00">
                    <a:alpha val="100000"/>
                  </a:srgbClr>
                </a:solidFill>
                <a:latin typeface="Times New Roman" panose="02020603050405020304" charset="0"/>
                <a:ea typeface="Arial" panose="020B0604020202020204"/>
                <a:cs typeface="Times New Roman" panose="02020603050405020304" charset="0"/>
              </a:rPr>
              <a:t>The</a:t>
            </a:r>
            <a:r>
              <a:rPr sz="4300" b="1" kern="0" spc="360" dirty="0">
                <a:solidFill>
                  <a:srgbClr val="FFFF00">
                    <a:alpha val="100000"/>
                  </a:srgbClr>
                </a:solidFill>
                <a:latin typeface="Times New Roman" panose="02020603050405020304" charset="0"/>
                <a:ea typeface="Arial" panose="020B0604020202020204"/>
                <a:cs typeface="Times New Roman" panose="02020603050405020304" charset="0"/>
              </a:rPr>
              <a:t> </a:t>
            </a:r>
            <a:r>
              <a:rPr sz="4300" b="1" kern="0" spc="0" dirty="0">
                <a:solidFill>
                  <a:srgbClr val="FFFF00">
                    <a:alpha val="100000"/>
                  </a:srgbClr>
                </a:solidFill>
                <a:latin typeface="Times New Roman" panose="02020603050405020304" charset="0"/>
                <a:ea typeface="Arial" panose="020B0604020202020204"/>
                <a:cs typeface="Times New Roman" panose="02020603050405020304" charset="0"/>
              </a:rPr>
              <a:t>Facade</a:t>
            </a:r>
            <a:r>
              <a:rPr sz="4300" b="1" kern="0" spc="40" dirty="0">
                <a:solidFill>
                  <a:srgbClr val="FFFF00">
                    <a:alpha val="100000"/>
                  </a:srgbClr>
                </a:solidFill>
                <a:latin typeface="Times New Roman" panose="02020603050405020304" charset="0"/>
                <a:ea typeface="Arial" panose="020B0604020202020204"/>
                <a:cs typeface="Times New Roman" panose="02020603050405020304" charset="0"/>
              </a:rPr>
              <a:t>:</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Jazz</a:t>
            </a:r>
            <a:r>
              <a:rPr sz="4300" kern="0" spc="4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represented</a:t>
            </a:r>
            <a:r>
              <a:rPr sz="4300" kern="0" spc="4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the</a:t>
            </a:r>
            <a:r>
              <a:rPr sz="4300" kern="0" spc="4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pinnacle</a:t>
            </a:r>
            <a:r>
              <a:rPr sz="4300" kern="0" spc="14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of</a:t>
            </a:r>
            <a:endParaRPr sz="4300" dirty="0">
              <a:latin typeface="Times New Roman" panose="02020603050405020304" charset="0"/>
              <a:ea typeface="Arial" panose="020B0604020202020204"/>
              <a:cs typeface="Times New Roman" panose="02020603050405020304" charset="0"/>
            </a:endParaRPr>
          </a:p>
          <a:p>
            <a:pPr marL="16560800" algn="l" rtl="0" eaLnBrk="0">
              <a:lnSpc>
                <a:spcPts val="6755"/>
              </a:lnSpc>
            </a:pPr>
            <a:r>
              <a:rPr sz="4300" kern="0" spc="-10" dirty="0">
                <a:solidFill>
                  <a:srgbClr val="FFFFFF">
                    <a:alpha val="100000"/>
                  </a:srgbClr>
                </a:solidFill>
                <a:latin typeface="Times New Roman" panose="02020603050405020304" charset="0"/>
                <a:ea typeface="Arial" panose="020B0604020202020204"/>
                <a:cs typeface="Times New Roman" panose="02020603050405020304" charset="0"/>
              </a:rPr>
              <a:t>American freedom and democracy overseas.</a:t>
            </a:r>
            <a:endParaRPr sz="4300" dirty="0">
              <a:latin typeface="Times New Roman" panose="02020603050405020304" charset="0"/>
              <a:ea typeface="Arial" panose="020B0604020202020204"/>
              <a:cs typeface="Times New Roman" panose="02020603050405020304" charset="0"/>
            </a:endParaRPr>
          </a:p>
          <a:p>
            <a:pPr algn="l" rtl="0" eaLnBrk="0">
              <a:lnSpc>
                <a:spcPct val="116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16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16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16000"/>
              </a:lnSpc>
            </a:pPr>
            <a:endParaRPr sz="1000" dirty="0">
              <a:latin typeface="Times New Roman" panose="02020603050405020304" charset="0"/>
              <a:ea typeface="Arial" panose="020B0604020202020204"/>
              <a:cs typeface="Times New Roman" panose="02020603050405020304" charset="0"/>
            </a:endParaRPr>
          </a:p>
          <a:p>
            <a:pPr marL="16560800" algn="l" rtl="0" eaLnBrk="0">
              <a:lnSpc>
                <a:spcPct val="127000"/>
              </a:lnSpc>
              <a:spcBef>
                <a:spcPts val="1300"/>
              </a:spcBef>
            </a:pPr>
            <a:r>
              <a:rPr sz="4300" b="1" kern="0" spc="0" dirty="0">
                <a:solidFill>
                  <a:srgbClr val="FFFF00">
                    <a:alpha val="100000"/>
                  </a:srgbClr>
                </a:solidFill>
                <a:latin typeface="Times New Roman" panose="02020603050405020304" charset="0"/>
                <a:ea typeface="Arial" panose="020B0604020202020204"/>
                <a:cs typeface="Times New Roman" panose="02020603050405020304" charset="0"/>
              </a:rPr>
              <a:t>The</a:t>
            </a:r>
            <a:r>
              <a:rPr sz="4300" b="1" kern="0" spc="510" dirty="0">
                <a:solidFill>
                  <a:srgbClr val="FFFF00">
                    <a:alpha val="100000"/>
                  </a:srgbClr>
                </a:solidFill>
                <a:latin typeface="Times New Roman" panose="02020603050405020304" charset="0"/>
                <a:ea typeface="Arial" panose="020B0604020202020204"/>
                <a:cs typeface="Times New Roman" panose="02020603050405020304" charset="0"/>
              </a:rPr>
              <a:t> </a:t>
            </a:r>
            <a:r>
              <a:rPr sz="4300" b="1" kern="0" spc="0" dirty="0">
                <a:solidFill>
                  <a:srgbClr val="FFFF00">
                    <a:alpha val="100000"/>
                  </a:srgbClr>
                </a:solidFill>
                <a:latin typeface="Times New Roman" panose="02020603050405020304" charset="0"/>
                <a:ea typeface="Arial" panose="020B0604020202020204"/>
                <a:cs typeface="Times New Roman" panose="02020603050405020304" charset="0"/>
              </a:rPr>
              <a:t>Messengers</a:t>
            </a:r>
            <a:r>
              <a:rPr sz="4300" b="1" kern="0" spc="150" dirty="0">
                <a:solidFill>
                  <a:srgbClr val="FFFF00">
                    <a:alpha val="100000"/>
                  </a:srgbClr>
                </a:solidFill>
                <a:latin typeface="Times New Roman" panose="02020603050405020304" charset="0"/>
                <a:ea typeface="Arial" panose="020B0604020202020204"/>
                <a:cs typeface="Times New Roman" panose="02020603050405020304" charset="0"/>
              </a:rPr>
              <a:t>:</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Yet</a:t>
            </a:r>
            <a:r>
              <a:rPr sz="4300" kern="0" spc="150" dirty="0">
                <a:solidFill>
                  <a:srgbClr val="FFFFFF">
                    <a:alpha val="100000"/>
                  </a:srgbClr>
                </a:solidFill>
                <a:latin typeface="Times New Roman" panose="02020603050405020304" charset="0"/>
                <a:ea typeface="Arial" panose="020B0604020202020204"/>
                <a:cs typeface="Times New Roman" panose="02020603050405020304" charset="0"/>
              </a:rPr>
              <a:t>,</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many</a:t>
            </a:r>
            <a:r>
              <a:rPr sz="4300" kern="0" spc="35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of</a:t>
            </a:r>
            <a:r>
              <a:rPr sz="4300" kern="0" spc="15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these</a:t>
            </a:r>
            <a:r>
              <a:rPr sz="4300" kern="0" spc="36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e</a:t>
            </a:r>
            <a:r>
              <a:rPr lang="en-US" sz="4300" kern="0" spc="0" dirty="0">
                <a:solidFill>
                  <a:srgbClr val="FFFFFF">
                    <a:alpha val="100000"/>
                  </a:srgbClr>
                </a:solidFill>
                <a:latin typeface="Times New Roman" panose="02020603050405020304" charset="0"/>
                <a:ea typeface="Arial" panose="020B0604020202020204"/>
                <a:cs typeface="Times New Roman" panose="02020603050405020304" charset="0"/>
              </a:rPr>
              <a:t>a</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ste</a:t>
            </a:r>
            <a:r>
              <a:rPr lang="en-US" sz="4300" kern="0" spc="0" dirty="0">
                <a:solidFill>
                  <a:srgbClr val="FFFFFF">
                    <a:alpha val="100000"/>
                  </a:srgbClr>
                </a:solidFill>
                <a:latin typeface="Times New Roman" panose="02020603050405020304" charset="0"/>
                <a:ea typeface="Arial" panose="020B0604020202020204"/>
                <a:cs typeface="Times New Roman" panose="02020603050405020304" charset="0"/>
              </a:rPr>
              <a:t>eemed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jazz  </a:t>
            </a:r>
            <a:r>
              <a:rPr sz="4300" kern="0" spc="-20" dirty="0">
                <a:solidFill>
                  <a:srgbClr val="FFFFFF">
                    <a:alpha val="100000"/>
                  </a:srgbClr>
                </a:solidFill>
                <a:latin typeface="Times New Roman" panose="02020603050405020304" charset="0"/>
                <a:ea typeface="Arial" panose="020B0604020202020204"/>
                <a:cs typeface="Times New Roman" panose="02020603050405020304" charset="0"/>
              </a:rPr>
              <a:t>ambassadors</a:t>
            </a:r>
            <a:r>
              <a:rPr sz="4300" kern="0" spc="-30" dirty="0">
                <a:solidFill>
                  <a:srgbClr val="FFFFFF">
                    <a:alpha val="100000"/>
                  </a:srgbClr>
                </a:solidFill>
                <a:latin typeface="Times New Roman" panose="02020603050405020304" charset="0"/>
                <a:ea typeface="Arial" panose="020B0604020202020204"/>
                <a:cs typeface="Times New Roman" panose="02020603050405020304" charset="0"/>
              </a:rPr>
              <a:t> were</a:t>
            </a:r>
            <a:r>
              <a:rPr sz="4300" kern="0" spc="29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30" dirty="0">
                <a:solidFill>
                  <a:srgbClr val="FFFFFF">
                    <a:alpha val="100000"/>
                  </a:srgbClr>
                </a:solidFill>
                <a:latin typeface="Times New Roman" panose="02020603050405020304" charset="0"/>
                <a:ea typeface="Arial" panose="020B0604020202020204"/>
                <a:cs typeface="Times New Roman" panose="02020603050405020304" charset="0"/>
              </a:rPr>
              <a:t>Black Americans facing systemic</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 oppression</a:t>
            </a:r>
            <a:r>
              <a:rPr sz="4300" kern="0" spc="90" dirty="0">
                <a:solidFill>
                  <a:srgbClr val="FFFFFF">
                    <a:alpha val="100000"/>
                  </a:srgbClr>
                </a:solidFill>
                <a:latin typeface="Times New Roman" panose="02020603050405020304" charset="0"/>
                <a:ea typeface="Arial" panose="020B0604020202020204"/>
                <a:cs typeface="Times New Roman" panose="02020603050405020304" charset="0"/>
              </a:rPr>
              <a:t>.</a:t>
            </a:r>
            <a:endParaRPr sz="4300" dirty="0">
              <a:latin typeface="Times New Roman" panose="02020603050405020304" charset="0"/>
              <a:ea typeface="Arial" panose="020B0604020202020204"/>
              <a:cs typeface="Times New Roman" panose="02020603050405020304" charset="0"/>
            </a:endParaRPr>
          </a:p>
          <a:p>
            <a:pPr algn="l" rtl="0" eaLnBrk="0">
              <a:lnSpc>
                <a:spcPct val="123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24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24000"/>
              </a:lnSpc>
            </a:pPr>
            <a:endParaRPr sz="1000" dirty="0">
              <a:latin typeface="Times New Roman" panose="02020603050405020304" charset="0"/>
              <a:ea typeface="Arial" panose="020B0604020202020204"/>
              <a:cs typeface="Times New Roman" panose="02020603050405020304" charset="0"/>
            </a:endParaRPr>
          </a:p>
          <a:p>
            <a:pPr marL="16560800" algn="l" rtl="0" eaLnBrk="0">
              <a:lnSpc>
                <a:spcPts val="5930"/>
              </a:lnSpc>
              <a:spcBef>
                <a:spcPts val="1295"/>
              </a:spcBef>
            </a:pPr>
            <a:r>
              <a:rPr sz="4300" b="1" kern="0" spc="-10" dirty="0">
                <a:solidFill>
                  <a:srgbClr val="FFFF00">
                    <a:alpha val="100000"/>
                  </a:srgbClr>
                </a:solidFill>
                <a:latin typeface="Times New Roman" panose="02020603050405020304" charset="0"/>
                <a:ea typeface="Arial" panose="020B0604020202020204"/>
                <a:cs typeface="Times New Roman" panose="02020603050405020304" charset="0"/>
              </a:rPr>
              <a:t>The Exposure:</a:t>
            </a:r>
            <a:r>
              <a:rPr sz="4300" kern="0" spc="-10" dirty="0">
                <a:solidFill>
                  <a:srgbClr val="FFFFFF">
                    <a:alpha val="100000"/>
                  </a:srgbClr>
                </a:solidFill>
                <a:latin typeface="Times New Roman" panose="02020603050405020304" charset="0"/>
                <a:ea typeface="Arial" panose="020B0604020202020204"/>
                <a:cs typeface="Times New Roman" panose="02020603050405020304" charset="0"/>
              </a:rPr>
              <a:t>Their</a:t>
            </a:r>
            <a:r>
              <a:rPr sz="4300" kern="0" spc="44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10" dirty="0">
                <a:solidFill>
                  <a:srgbClr val="FFFFFF">
                    <a:alpha val="100000"/>
                  </a:srgbClr>
                </a:solidFill>
                <a:latin typeface="Times New Roman" panose="02020603050405020304" charset="0"/>
                <a:ea typeface="Arial" panose="020B0604020202020204"/>
                <a:cs typeface="Times New Roman" panose="02020603050405020304" charset="0"/>
              </a:rPr>
              <a:t>physical</a:t>
            </a:r>
            <a:r>
              <a:rPr sz="4300" kern="0" spc="45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10" dirty="0">
                <a:solidFill>
                  <a:srgbClr val="FFFFFF">
                    <a:alpha val="100000"/>
                  </a:srgbClr>
                </a:solidFill>
                <a:latin typeface="Times New Roman" panose="02020603050405020304" charset="0"/>
                <a:ea typeface="Arial" panose="020B0604020202020204"/>
                <a:cs typeface="Times New Roman" panose="02020603050405020304" charset="0"/>
              </a:rPr>
              <a:t>presence</a:t>
            </a:r>
            <a:r>
              <a:rPr sz="4300" kern="0" spc="45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10" dirty="0">
                <a:solidFill>
                  <a:srgbClr val="FFFFFF">
                    <a:alpha val="100000"/>
                  </a:srgbClr>
                </a:solidFill>
                <a:latin typeface="Times New Roman" panose="02020603050405020304" charset="0"/>
                <a:ea typeface="Arial" panose="020B0604020202020204"/>
                <a:cs typeface="Times New Roman" panose="02020603050405020304" charset="0"/>
              </a:rPr>
              <a:t>inherently</a:t>
            </a:r>
            <a:endParaRPr sz="4300" dirty="0">
              <a:latin typeface="Times New Roman" panose="02020603050405020304" charset="0"/>
              <a:ea typeface="Arial" panose="020B0604020202020204"/>
              <a:cs typeface="Times New Roman" panose="02020603050405020304" charset="0"/>
            </a:endParaRPr>
          </a:p>
          <a:p>
            <a:pPr marL="16560800" algn="l" rtl="0" eaLnBrk="0">
              <a:lnSpc>
                <a:spcPts val="7150"/>
              </a:lnSpc>
            </a:pP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exposed</a:t>
            </a:r>
            <a:r>
              <a:rPr sz="4300" kern="0" spc="27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the</a:t>
            </a:r>
            <a:r>
              <a:rPr sz="4300" kern="0" spc="27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glaring</a:t>
            </a:r>
            <a:r>
              <a:rPr sz="4300" kern="0" spc="33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contradiction</a:t>
            </a:r>
            <a:r>
              <a:rPr sz="4300" kern="0" spc="45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between</a:t>
            </a:r>
            <a:endParaRPr sz="4300" dirty="0">
              <a:latin typeface="Times New Roman" panose="02020603050405020304" charset="0"/>
              <a:ea typeface="Arial" panose="020B0604020202020204"/>
              <a:cs typeface="Times New Roman" panose="02020603050405020304" charset="0"/>
            </a:endParaRPr>
          </a:p>
          <a:p>
            <a:pPr algn="l" rtl="0" eaLnBrk="0">
              <a:lnSpc>
                <a:spcPct val="100000"/>
              </a:lnSpc>
            </a:pPr>
            <a:endParaRPr sz="1400" dirty="0">
              <a:latin typeface="Times New Roman" panose="02020603050405020304" charset="0"/>
              <a:ea typeface="Arial" panose="020B0604020202020204"/>
              <a:cs typeface="Times New Roman" panose="02020603050405020304" charset="0"/>
            </a:endParaRPr>
          </a:p>
          <a:p>
            <a:pPr algn="l" rtl="0" eaLnBrk="0">
              <a:lnSpc>
                <a:spcPct val="9000"/>
              </a:lnSpc>
            </a:pPr>
            <a:endParaRPr sz="100" dirty="0">
              <a:latin typeface="Times New Roman" panose="02020603050405020304" charset="0"/>
              <a:ea typeface="Arial" panose="020B0604020202020204"/>
              <a:cs typeface="Times New Roman" panose="02020603050405020304" charset="0"/>
            </a:endParaRPr>
          </a:p>
          <a:p>
            <a:pPr marL="16560800" algn="l" rtl="0" eaLnBrk="0">
              <a:lnSpc>
                <a:spcPct val="121000"/>
              </a:lnSpc>
            </a:pP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America</a:t>
            </a:r>
            <a:r>
              <a:rPr sz="4300" kern="0" spc="140" dirty="0">
                <a:solidFill>
                  <a:srgbClr val="FFFFFF">
                    <a:alpha val="100000"/>
                  </a:srgbClr>
                </a:solidFill>
                <a:latin typeface="Times New Roman" panose="02020603050405020304" charset="0"/>
                <a:ea typeface="Arial" panose="020B0604020202020204"/>
                <a:cs typeface="Times New Roman" panose="02020603050405020304" charset="0"/>
              </a:rPr>
              <a:t>’</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s</a:t>
            </a:r>
            <a:r>
              <a:rPr sz="4300" kern="0" spc="14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democratic</a:t>
            </a:r>
            <a:r>
              <a:rPr sz="4300" kern="0" spc="14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ideals</a:t>
            </a:r>
            <a:r>
              <a:rPr sz="4300" kern="0" spc="14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and</a:t>
            </a:r>
            <a:r>
              <a:rPr sz="4300" kern="0" spc="30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its</a:t>
            </a:r>
            <a:r>
              <a:rPr sz="4300" kern="0" spc="14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domestic</a:t>
            </a:r>
            <a:r>
              <a:rPr lang="en-US" sz="4300" kern="0" spc="0" dirty="0">
                <a:solidFill>
                  <a:srgbClr val="FFFFFF">
                    <a:alpha val="100000"/>
                  </a:srgbClr>
                </a:solidFill>
                <a:latin typeface="Times New Roman" panose="02020603050405020304" charset="0"/>
                <a:ea typeface="Arial" panose="020B0604020202020204"/>
                <a:cs typeface="Times New Roman" panose="02020603050405020304" charset="0"/>
              </a:rPr>
              <a:t> </a:t>
            </a:r>
            <a:r>
              <a:rPr sz="4300" kern="0" spc="0" dirty="0">
                <a:solidFill>
                  <a:srgbClr val="FFFFFF">
                    <a:alpha val="100000"/>
                  </a:srgbClr>
                </a:solidFill>
                <a:latin typeface="Times New Roman" panose="02020603050405020304" charset="0"/>
                <a:ea typeface="Arial" panose="020B0604020202020204"/>
                <a:cs typeface="Times New Roman" panose="02020603050405020304" charset="0"/>
              </a:rPr>
              <a:t>racial   </a:t>
            </a:r>
            <a:r>
              <a:rPr sz="4300" kern="0" spc="-10" dirty="0">
                <a:solidFill>
                  <a:srgbClr val="FFFFFF">
                    <a:alpha val="100000"/>
                  </a:srgbClr>
                </a:solidFill>
                <a:latin typeface="Times New Roman" panose="02020603050405020304" charset="0"/>
                <a:ea typeface="Arial" panose="020B0604020202020204"/>
                <a:cs typeface="Times New Roman" panose="02020603050405020304" charset="0"/>
              </a:rPr>
              <a:t>inequality.</a:t>
            </a:r>
            <a:endParaRPr sz="4300" dirty="0">
              <a:latin typeface="Times New Roman" panose="02020603050405020304" charset="0"/>
              <a:ea typeface="Arial" panose="020B0604020202020204"/>
              <a:cs typeface="Times New Roman" panose="02020603050405020304" charset="0"/>
            </a:endParaRPr>
          </a:p>
        </p:txBody>
      </p:sp>
      <p:sp>
        <p:nvSpPr>
          <p:cNvPr id="74" name="textbox 74"/>
          <p:cNvSpPr/>
          <p:nvPr/>
        </p:nvSpPr>
        <p:spPr>
          <a:xfrm>
            <a:off x="16879330" y="13823898"/>
            <a:ext cx="14803394" cy="3709034"/>
          </a:xfrm>
          <a:prstGeom prst="rect">
            <a:avLst/>
          </a:prstGeom>
          <a:solidFill>
            <a:srgbClr val="1E2029">
              <a:alpha val="100000"/>
            </a:srgbClr>
          </a:solidFill>
          <a:ln w="0" cap="flat">
            <a:noFill/>
            <a:prstDash val="solid"/>
            <a:miter lim="0"/>
          </a:ln>
        </p:spPr>
        <p:txBody>
          <a:bodyPr vert="horz" wrap="square" lIns="0" tIns="0" rIns="0" bIns="0"/>
          <a:lstStyle/>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marL="647065" rtl="0" eaLnBrk="0">
              <a:lnSpc>
                <a:spcPts val="5520"/>
              </a:lnSpc>
              <a:spcBef>
                <a:spcPts val="0"/>
              </a:spcBef>
            </a:pPr>
            <a:r>
              <a:rPr sz="4800" kern="0" spc="-50" dirty="0">
                <a:solidFill>
                  <a:srgbClr val="FFFF00"/>
                </a:solidFill>
                <a:latin typeface="Times New Roman" panose="02020603050405020304" pitchFamily="18" charset="0"/>
                <a:ea typeface="Arial" panose="020B0604020202020204"/>
                <a:cs typeface="Times New Roman" panose="02020603050405020304" pitchFamily="18" charset="0"/>
              </a:rPr>
              <a:t>T</a:t>
            </a:r>
            <a:r>
              <a:rPr sz="4800" b="1" kern="0" spc="-50" dirty="0">
                <a:solidFill>
                  <a:srgbClr val="FFFF00"/>
                </a:solidFill>
                <a:latin typeface="Times New Roman" panose="02020603050405020304" pitchFamily="18" charset="0"/>
                <a:ea typeface="Arial" panose="020B0604020202020204"/>
                <a:cs typeface="Times New Roman" panose="02020603050405020304" pitchFamily="18" charset="0"/>
              </a:rPr>
              <a:t>oday</a:t>
            </a:r>
            <a:r>
              <a:rPr sz="4800" kern="0" spc="-50" dirty="0">
                <a:solidFill>
                  <a:srgbClr val="FFFF00"/>
                </a:solidFill>
                <a:latin typeface="Times New Roman" panose="02020603050405020304" pitchFamily="18" charset="0"/>
                <a:ea typeface="Arial" panose="020B0604020202020204"/>
                <a:cs typeface="Times New Roman" panose="02020603050405020304" pitchFamily="18" charset="0"/>
              </a:rPr>
              <a:t>:</a:t>
            </a:r>
            <a:r>
              <a:rPr sz="4800" kern="0" spc="-5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Cultura</a:t>
            </a:r>
            <a:r>
              <a:rPr sz="4800" kern="0" spc="-6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l diplomacy still</a:t>
            </a:r>
            <a:r>
              <a:rPr sz="4800" kern="0" spc="24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 </a:t>
            </a:r>
            <a:r>
              <a:rPr sz="4800" kern="0" spc="-6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heavily shapes</a:t>
            </a:r>
            <a:r>
              <a:rPr sz="4800" kern="0" spc="25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 </a:t>
            </a:r>
            <a:r>
              <a:rPr sz="4800" kern="0" spc="-6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how</a:t>
            </a:r>
            <a:endParaRPr sz="4800" dirty="0">
              <a:latin typeface="Times New Roman" panose="02020603050405020304" pitchFamily="18" charset="0"/>
              <a:ea typeface="Arial" panose="020B0604020202020204"/>
              <a:cs typeface="Times New Roman" panose="02020603050405020304" pitchFamily="18" charset="0"/>
            </a:endParaRPr>
          </a:p>
          <a:p>
            <a:pPr marL="647065" rtl="0" eaLnBrk="0">
              <a:lnSpc>
                <a:spcPts val="5520"/>
              </a:lnSpc>
              <a:spcBef>
                <a:spcPts val="880"/>
              </a:spcBef>
            </a:pPr>
            <a:r>
              <a:rPr sz="4800" kern="0" spc="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nations present their narratives of</a:t>
            </a:r>
            <a:r>
              <a:rPr lang="en-US" sz="4800" kern="0" spc="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 </a:t>
            </a:r>
            <a:r>
              <a:rPr sz="4800" kern="0" spc="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freedom</a:t>
            </a:r>
            <a:r>
              <a:rPr lang="en-US" sz="4800" kern="0" spc="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 </a:t>
            </a:r>
            <a:r>
              <a:rPr sz="4800" kern="0" spc="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a:t>
            </a:r>
            <a:r>
              <a:rPr lang="en-US" sz="4800" kern="0" spc="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 </a:t>
            </a:r>
            <a:r>
              <a:rPr sz="4800" kern="0" spc="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di</a:t>
            </a:r>
            <a:r>
              <a:rPr sz="4800" kern="0" spc="-1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versity</a:t>
            </a:r>
            <a:r>
              <a:rPr lang="en-US" sz="4800" kern="0" spc="-1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 </a:t>
            </a:r>
            <a:r>
              <a:rPr sz="4800" kern="0" spc="-1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a:t>
            </a:r>
            <a:r>
              <a:rPr lang="en-US" sz="4800" kern="0" spc="-1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 </a:t>
            </a:r>
            <a:r>
              <a:rPr sz="4800" kern="0" spc="-1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and</a:t>
            </a:r>
            <a:r>
              <a:rPr lang="en-US" sz="4800" kern="0" spc="-1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 </a:t>
            </a:r>
            <a:r>
              <a:rPr sz="4800" kern="0" spc="-3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political legitimacy on th</a:t>
            </a:r>
            <a:r>
              <a:rPr sz="4800" kern="0" spc="-4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eglobal</a:t>
            </a:r>
            <a:r>
              <a:rPr sz="4800" kern="0" spc="10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 </a:t>
            </a:r>
            <a:r>
              <a:rPr sz="4800" kern="0" spc="-40" dirty="0">
                <a:solidFill>
                  <a:srgbClr val="FFFFFF">
                    <a:alpha val="100000"/>
                  </a:srgbClr>
                </a:solidFill>
                <a:latin typeface="Times New Roman" panose="02020603050405020304" pitchFamily="18" charset="0"/>
                <a:ea typeface="Arial" panose="020B0604020202020204"/>
                <a:cs typeface="Times New Roman" panose="02020603050405020304" pitchFamily="18" charset="0"/>
              </a:rPr>
              <a:t>stage.</a:t>
            </a:r>
            <a:endParaRPr sz="4800" dirty="0">
              <a:latin typeface="Times New Roman" panose="02020603050405020304" pitchFamily="18" charset="0"/>
              <a:ea typeface="Arial" panose="020B0604020202020204"/>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2"/>
          <p:cNvSpPr/>
          <p:nvPr/>
        </p:nvSpPr>
        <p:spPr>
          <a:xfrm>
            <a:off x="10020178" y="9138763"/>
            <a:ext cx="5104765" cy="643255"/>
          </a:xfrm>
          <a:prstGeom prst="rect">
            <a:avLst/>
          </a:prstGeom>
          <a:noFill/>
          <a:ln w="0" cap="flat">
            <a:noFill/>
            <a:prstDash val="solid"/>
            <a:miter lim="0"/>
          </a:ln>
        </p:spPr>
        <p:txBody>
          <a:bodyPr vert="horz" wrap="square" lIns="0" tIns="0" rIns="0" bIns="0"/>
          <a:lstStyle/>
          <a:p>
            <a:pPr algn="l" rtl="0" eaLnBrk="0">
              <a:lnSpc>
                <a:spcPct val="108000"/>
              </a:lnSpc>
            </a:pPr>
            <a:endParaRPr sz="100" dirty="0">
              <a:latin typeface="Arial" panose="020B0604020202020204"/>
              <a:ea typeface="Arial" panose="020B0604020202020204"/>
              <a:cs typeface="Arial" panose="020B0604020202020204"/>
            </a:endParaRPr>
          </a:p>
          <a:p>
            <a:pPr algn="r" rtl="0" eaLnBrk="0">
              <a:lnSpc>
                <a:spcPct val="79000"/>
              </a:lnSpc>
            </a:pPr>
            <a:r>
              <a:rPr sz="5100" b="1" kern="0" spc="-210" dirty="0">
                <a:solidFill>
                  <a:srgbClr val="FFFFFF">
                    <a:alpha val="100000"/>
                  </a:srgbClr>
                </a:solidFill>
                <a:latin typeface="Times New Roman" panose="02020603050405020304"/>
                <a:ea typeface="Times New Roman" panose="02020603050405020304"/>
                <a:cs typeface="Times New Roman" panose="02020603050405020304"/>
              </a:rPr>
              <a:t>Cultural Diplom</a:t>
            </a:r>
            <a:r>
              <a:rPr sz="5100" b="1" kern="0" spc="-200" dirty="0">
                <a:solidFill>
                  <a:srgbClr val="FFFFFF">
                    <a:alpha val="100000"/>
                  </a:srgbClr>
                </a:solidFill>
                <a:latin typeface="Times New Roman" panose="02020603050405020304"/>
                <a:ea typeface="Times New Roman" panose="02020603050405020304"/>
                <a:cs typeface="Times New Roman" panose="02020603050405020304"/>
              </a:rPr>
              <a:t>ac</a:t>
            </a:r>
            <a:r>
              <a:rPr sz="5100" b="1" kern="0" spc="-50" dirty="0">
                <a:solidFill>
                  <a:srgbClr val="FFFFFF">
                    <a:alpha val="100000"/>
                  </a:srgbClr>
                </a:solidFill>
                <a:latin typeface="Times New Roman" panose="02020603050405020304"/>
                <a:ea typeface="Times New Roman" panose="02020603050405020304"/>
                <a:cs typeface="Times New Roman" panose="02020603050405020304"/>
              </a:rPr>
              <a:t>y</a:t>
            </a:r>
            <a:endParaRPr sz="5100" dirty="0">
              <a:latin typeface="Times New Roman" panose="02020603050405020304"/>
              <a:ea typeface="Times New Roman" panose="02020603050405020304"/>
              <a:cs typeface="Times New Roman" panose="02020603050405020304"/>
            </a:endParaRPr>
          </a:p>
        </p:txBody>
      </p:sp>
      <p:sp>
        <p:nvSpPr>
          <p:cNvPr id="24" name="textbox 24"/>
          <p:cNvSpPr/>
          <p:nvPr/>
        </p:nvSpPr>
        <p:spPr>
          <a:xfrm>
            <a:off x="24593681" y="9183467"/>
            <a:ext cx="5382895" cy="602615"/>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algn="r" rtl="0" eaLnBrk="0">
              <a:lnSpc>
                <a:spcPct val="77000"/>
              </a:lnSpc>
            </a:pPr>
            <a:r>
              <a:rPr sz="4900" b="1" kern="0" spc="-90" dirty="0">
                <a:solidFill>
                  <a:srgbClr val="FFFFFF">
                    <a:alpha val="100000"/>
                  </a:srgbClr>
                </a:solidFill>
                <a:latin typeface="Times New Roman" panose="02020603050405020304"/>
                <a:ea typeface="Times New Roman" panose="02020603050405020304"/>
                <a:cs typeface="Times New Roman" panose="02020603050405020304"/>
              </a:rPr>
              <a:t>Racial Contradictio</a:t>
            </a:r>
            <a:r>
              <a:rPr sz="4900" b="1" kern="0" spc="-100" dirty="0">
                <a:solidFill>
                  <a:srgbClr val="FFFFFF">
                    <a:alpha val="100000"/>
                  </a:srgbClr>
                </a:solidFill>
                <a:latin typeface="Times New Roman" panose="02020603050405020304"/>
                <a:ea typeface="Times New Roman" panose="02020603050405020304"/>
                <a:cs typeface="Times New Roman" panose="02020603050405020304"/>
              </a:rPr>
              <a:t>n</a:t>
            </a:r>
            <a:endParaRPr sz="4900" dirty="0">
              <a:latin typeface="Times New Roman" panose="02020603050405020304"/>
              <a:ea typeface="Times New Roman" panose="02020603050405020304"/>
              <a:cs typeface="Times New Roman" panose="02020603050405020304"/>
            </a:endParaRPr>
          </a:p>
        </p:txBody>
      </p:sp>
      <p:sp>
        <p:nvSpPr>
          <p:cNvPr id="26" name="textbox 26"/>
          <p:cNvSpPr/>
          <p:nvPr/>
        </p:nvSpPr>
        <p:spPr>
          <a:xfrm>
            <a:off x="17868900" y="12383041"/>
            <a:ext cx="4058920" cy="59245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algn="r" rtl="0" eaLnBrk="0">
              <a:lnSpc>
                <a:spcPct val="76000"/>
              </a:lnSpc>
            </a:pPr>
            <a:r>
              <a:rPr sz="4900" b="1" kern="0" spc="-100" dirty="0">
                <a:solidFill>
                  <a:srgbClr val="FFFFFF">
                    <a:alpha val="100000"/>
                  </a:srgbClr>
                </a:solidFill>
                <a:latin typeface="Times New Roman" panose="02020603050405020304"/>
                <a:ea typeface="Times New Roman" panose="02020603050405020304"/>
                <a:cs typeface="Times New Roman" panose="02020603050405020304"/>
              </a:rPr>
              <a:t>Freedom Image</a:t>
            </a:r>
            <a:endParaRPr sz="4900" dirty="0">
              <a:latin typeface="Times New Roman" panose="02020603050405020304"/>
              <a:ea typeface="Times New Roman" panose="02020603050405020304"/>
              <a:cs typeface="Times New Roman" panose="02020603050405020304"/>
            </a:endParaRPr>
          </a:p>
        </p:txBody>
      </p:sp>
      <p:pic>
        <p:nvPicPr>
          <p:cNvPr id="28" name="picture 28"/>
          <p:cNvPicPr>
            <a:picLocks noChangeAspect="1"/>
          </p:cNvPicPr>
          <p:nvPr/>
        </p:nvPicPr>
        <p:blipFill>
          <a:blip r:embed="rId2"/>
          <a:stretch>
            <a:fillRect/>
          </a:stretch>
        </p:blipFill>
        <p:spPr>
          <a:xfrm rot="21600000">
            <a:off x="19411939" y="10051998"/>
            <a:ext cx="1047863" cy="1879641"/>
          </a:xfrm>
          <a:prstGeom prst="rect">
            <a:avLst/>
          </a:prstGeom>
        </p:spPr>
      </p:pic>
      <p:pic>
        <p:nvPicPr>
          <p:cNvPr id="32" name="picture 32"/>
          <p:cNvPicPr>
            <a:picLocks noChangeAspect="1"/>
          </p:cNvPicPr>
          <p:nvPr/>
        </p:nvPicPr>
        <p:blipFill>
          <a:blip r:embed="rId3"/>
          <a:stretch>
            <a:fillRect/>
          </a:stretch>
        </p:blipFill>
        <p:spPr>
          <a:xfrm rot="21600000">
            <a:off x="26784358" y="10032979"/>
            <a:ext cx="1193840" cy="977858"/>
          </a:xfrm>
          <a:prstGeom prst="rect">
            <a:avLst/>
          </a:prstGeom>
        </p:spPr>
      </p:pic>
      <p:pic>
        <p:nvPicPr>
          <p:cNvPr id="34" name="picture 34"/>
          <p:cNvPicPr>
            <a:picLocks noChangeAspect="1"/>
          </p:cNvPicPr>
          <p:nvPr/>
        </p:nvPicPr>
        <p:blipFill>
          <a:blip r:embed="rId4"/>
          <a:stretch>
            <a:fillRect/>
          </a:stretch>
        </p:blipFill>
        <p:spPr>
          <a:xfrm rot="21600000">
            <a:off x="12071380" y="10045781"/>
            <a:ext cx="977961" cy="965057"/>
          </a:xfrm>
          <a:prstGeom prst="rect">
            <a:avLst/>
          </a:prstGeom>
        </p:spPr>
      </p:pic>
      <p:pic>
        <p:nvPicPr>
          <p:cNvPr id="38" name="picture 38"/>
          <p:cNvPicPr>
            <a:picLocks noChangeAspect="1"/>
          </p:cNvPicPr>
          <p:nvPr/>
        </p:nvPicPr>
        <p:blipFill>
          <a:blip r:embed="rId5"/>
          <a:stretch>
            <a:fillRect/>
          </a:stretch>
        </p:blipFill>
        <p:spPr>
          <a:xfrm rot="21600000">
            <a:off x="12141281" y="7969178"/>
            <a:ext cx="888878" cy="660562"/>
          </a:xfrm>
          <a:prstGeom prst="rect">
            <a:avLst/>
          </a:prstGeom>
        </p:spPr>
      </p:pic>
      <p:pic>
        <p:nvPicPr>
          <p:cNvPr id="40" name="picture 40"/>
          <p:cNvPicPr>
            <a:picLocks noChangeAspect="1"/>
          </p:cNvPicPr>
          <p:nvPr/>
        </p:nvPicPr>
        <p:blipFill>
          <a:blip r:embed="rId6"/>
          <a:stretch>
            <a:fillRect/>
          </a:stretch>
        </p:blipFill>
        <p:spPr>
          <a:xfrm rot="21600000">
            <a:off x="26993738" y="7943941"/>
            <a:ext cx="584240" cy="736457"/>
          </a:xfrm>
          <a:prstGeom prst="rect">
            <a:avLst/>
          </a:prstGeom>
        </p:spPr>
      </p:pic>
      <p:pic>
        <p:nvPicPr>
          <p:cNvPr id="44" name="picture 44"/>
          <p:cNvPicPr>
            <a:picLocks noChangeAspect="1"/>
          </p:cNvPicPr>
          <p:nvPr/>
        </p:nvPicPr>
        <p:blipFill>
          <a:blip r:embed="rId7"/>
          <a:stretch>
            <a:fillRect/>
          </a:stretch>
        </p:blipFill>
        <p:spPr>
          <a:xfrm rot="21600000">
            <a:off x="-370703" y="-46356"/>
            <a:ext cx="33091395" cy="18334355"/>
          </a:xfrm>
          <a:prstGeom prst="rect">
            <a:avLst/>
          </a:prstGeom>
        </p:spPr>
      </p:pic>
      <p:sp>
        <p:nvSpPr>
          <p:cNvPr id="3" name="文本框 2"/>
          <p:cNvSpPr txBox="1"/>
          <p:nvPr/>
        </p:nvSpPr>
        <p:spPr>
          <a:xfrm>
            <a:off x="1294765" y="988695"/>
            <a:ext cx="13634085" cy="1568450"/>
          </a:xfrm>
          <a:prstGeom prst="rect">
            <a:avLst/>
          </a:prstGeom>
          <a:noFill/>
        </p:spPr>
        <p:txBody>
          <a:bodyPr wrap="square" rtlCol="0">
            <a:spAutoFit/>
          </a:bodyPr>
          <a:lstStyle/>
          <a:p>
            <a:r>
              <a:rPr lang="en-US" altLang="zh-CN" sz="9600">
                <a:solidFill>
                  <a:schemeClr val="bg1"/>
                </a:solidFill>
                <a:latin typeface="Times New Roman" panose="02020603050405020304" charset="0"/>
                <a:ea typeface="宋体" panose="02010600030101010101" pitchFamily="2" charset="-122"/>
                <a:cs typeface="Times New Roman" panose="02020603050405020304" charset="0"/>
              </a:rPr>
              <a:t>What does it mean today</a:t>
            </a:r>
          </a:p>
        </p:txBody>
      </p:sp>
      <p:sp>
        <p:nvSpPr>
          <p:cNvPr id="6" name="文本框 5"/>
          <p:cNvSpPr txBox="1"/>
          <p:nvPr/>
        </p:nvSpPr>
        <p:spPr>
          <a:xfrm>
            <a:off x="1054735" y="4895850"/>
            <a:ext cx="14955520" cy="1198880"/>
          </a:xfrm>
          <a:prstGeom prst="rect">
            <a:avLst/>
          </a:prstGeom>
          <a:noFill/>
        </p:spPr>
        <p:txBody>
          <a:bodyPr wrap="square" rtlCol="0">
            <a:spAutoFit/>
          </a:bodyPr>
          <a:lstStyle/>
          <a:p>
            <a:r>
              <a:rPr lang="en-US" altLang="zh-CN" sz="7200">
                <a:solidFill>
                  <a:srgbClr val="FFFF00"/>
                </a:solidFill>
                <a:latin typeface="Times New Roman" panose="02020603050405020304" charset="0"/>
                <a:ea typeface="宋体" panose="02010600030101010101" pitchFamily="2" charset="-122"/>
                <a:cs typeface="Times New Roman" panose="02020603050405020304" charset="0"/>
              </a:rPr>
              <a:t>Today’s Cultural Diplomacy</a:t>
            </a:r>
          </a:p>
        </p:txBody>
      </p:sp>
      <p:sp>
        <p:nvSpPr>
          <p:cNvPr id="7" name="文本框 6"/>
          <p:cNvSpPr txBox="1"/>
          <p:nvPr/>
        </p:nvSpPr>
        <p:spPr>
          <a:xfrm>
            <a:off x="466725" y="7877175"/>
            <a:ext cx="16353155" cy="6185535"/>
          </a:xfrm>
          <a:prstGeom prst="rect">
            <a:avLst/>
          </a:prstGeom>
          <a:noFill/>
        </p:spPr>
        <p:txBody>
          <a:bodyPr wrap="square" rtlCol="0">
            <a:spAutoFit/>
          </a:bodyPr>
          <a:lstStyle/>
          <a:p>
            <a:r>
              <a:rPr lang="en-US" altLang="zh-CN" sz="6600">
                <a:solidFill>
                  <a:schemeClr val="bg1"/>
                </a:solidFill>
                <a:latin typeface="Times New Roman" panose="02020603050405020304" charset="0"/>
                <a:ea typeface="宋体" panose="02010600030101010101" pitchFamily="2" charset="-122"/>
                <a:cs typeface="Times New Roman" panose="02020603050405020304" charset="0"/>
              </a:rPr>
              <a:t>Nations still use music, film, sports, and media to shape global image.</a:t>
            </a:r>
          </a:p>
          <a:p>
            <a:r>
              <a:rPr lang="en-US" altLang="zh-CN" sz="6600">
                <a:solidFill>
                  <a:schemeClr val="bg1"/>
                </a:solidFill>
                <a:latin typeface="Times New Roman" panose="02020603050405020304" charset="0"/>
                <a:ea typeface="宋体" panose="02010600030101010101" pitchFamily="2" charset="-122"/>
                <a:cs typeface="Times New Roman" panose="02020603050405020304" charset="0"/>
              </a:rPr>
              <a:t>Culture can present values such as freedom, diversity, democracy, and openness.</a:t>
            </a:r>
          </a:p>
          <a:p>
            <a:r>
              <a:rPr lang="en-US" altLang="zh-CN" sz="6600">
                <a:solidFill>
                  <a:schemeClr val="bg1"/>
                </a:solidFill>
                <a:latin typeface="Times New Roman" panose="02020603050405020304" charset="0"/>
                <a:ea typeface="宋体" panose="02010600030101010101" pitchFamily="2" charset="-122"/>
                <a:cs typeface="Times New Roman" panose="02020603050405020304" charset="0"/>
              </a:rPr>
              <a:t>Soft power often works emotionally, not only politically.</a:t>
            </a:r>
          </a:p>
        </p:txBody>
      </p:sp>
      <p:sp>
        <p:nvSpPr>
          <p:cNvPr id="8" name="文本框 7"/>
          <p:cNvSpPr txBox="1"/>
          <p:nvPr/>
        </p:nvSpPr>
        <p:spPr>
          <a:xfrm>
            <a:off x="18308320" y="4836160"/>
            <a:ext cx="14955520" cy="1198880"/>
          </a:xfrm>
          <a:prstGeom prst="rect">
            <a:avLst/>
          </a:prstGeom>
          <a:noFill/>
        </p:spPr>
        <p:txBody>
          <a:bodyPr wrap="square" rtlCol="0">
            <a:spAutoFit/>
          </a:bodyPr>
          <a:lstStyle/>
          <a:p>
            <a:r>
              <a:rPr lang="en-US" altLang="zh-CN" sz="7200">
                <a:solidFill>
                  <a:srgbClr val="FFFF00"/>
                </a:solidFill>
                <a:latin typeface="Times New Roman" panose="02020603050405020304" charset="0"/>
                <a:ea typeface="宋体" panose="02010600030101010101" pitchFamily="2" charset="-122"/>
                <a:cs typeface="Times New Roman" panose="02020603050405020304" charset="0"/>
              </a:rPr>
              <a:t>The Contemporary Tension</a:t>
            </a:r>
          </a:p>
        </p:txBody>
      </p:sp>
      <p:sp>
        <p:nvSpPr>
          <p:cNvPr id="10" name="文本框 9"/>
          <p:cNvSpPr txBox="1"/>
          <p:nvPr/>
        </p:nvSpPr>
        <p:spPr>
          <a:xfrm>
            <a:off x="17401540" y="7829550"/>
            <a:ext cx="14955520" cy="4154170"/>
          </a:xfrm>
          <a:prstGeom prst="rect">
            <a:avLst/>
          </a:prstGeom>
          <a:noFill/>
        </p:spPr>
        <p:txBody>
          <a:bodyPr wrap="square" rtlCol="0">
            <a:spAutoFit/>
          </a:bodyPr>
          <a:lstStyle/>
          <a:p>
            <a:r>
              <a:rPr lang="en-US" altLang="zh-CN" sz="6600">
                <a:solidFill>
                  <a:schemeClr val="bg1"/>
                </a:solidFill>
                <a:latin typeface="Times New Roman" panose="02020603050405020304" charset="0"/>
                <a:ea typeface="宋体" panose="02010600030101010101" pitchFamily="2" charset="-122"/>
                <a:cs typeface="Times New Roman" panose="02020603050405020304" charset="0"/>
              </a:rPr>
              <a:t>A nation’s cultural image may not fully match its political reality.</a:t>
            </a:r>
          </a:p>
          <a:p>
            <a:r>
              <a:rPr lang="en-US" altLang="zh-CN" sz="6600">
                <a:solidFill>
                  <a:schemeClr val="bg1"/>
                </a:solidFill>
                <a:latin typeface="Times New Roman" panose="02020603050405020304" charset="0"/>
                <a:ea typeface="宋体" panose="02010600030101010101" pitchFamily="2" charset="-122"/>
                <a:cs typeface="Times New Roman" panose="02020603050405020304" charset="0"/>
              </a:rPr>
              <a:t>Cultural diplomacy can promote values, but it may also hide unresolved problems.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198755" y="0"/>
            <a:ext cx="32894733" cy="18288000"/>
          </a:xfrm>
          <a:prstGeom prst="rect">
            <a:avLst/>
          </a:prstGeom>
        </p:spPr>
      </p:pic>
      <p:sp>
        <p:nvSpPr>
          <p:cNvPr id="3" name="文本框 2"/>
          <p:cNvSpPr txBox="1"/>
          <p:nvPr/>
        </p:nvSpPr>
        <p:spPr>
          <a:xfrm>
            <a:off x="7089775" y="2715895"/>
            <a:ext cx="17922240" cy="11633200"/>
          </a:xfrm>
          <a:prstGeom prst="rect">
            <a:avLst/>
          </a:prstGeom>
          <a:noFill/>
        </p:spPr>
        <p:txBody>
          <a:bodyPr wrap="square" rtlCol="0">
            <a:spAutoFit/>
          </a:bodyPr>
          <a:lstStyle/>
          <a:p>
            <a:pPr algn="ctr">
              <a:lnSpc>
                <a:spcPct val="150000"/>
              </a:lnSpc>
            </a:pPr>
            <a:r>
              <a:rPr lang="en-US" altLang="zh-CN" sz="25000">
                <a:solidFill>
                  <a:srgbClr val="FFFF00"/>
                </a:solidFill>
                <a:latin typeface="Times New Roman" panose="02020603050405020304" charset="0"/>
                <a:cs typeface="Times New Roman" panose="02020603050405020304" charset="0"/>
              </a:rPr>
              <a:t>Thanks For Watching</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571</Words>
  <Application>Microsoft Office PowerPoint</Application>
  <PresentationFormat>自定义</PresentationFormat>
  <Paragraphs>200</Paragraphs>
  <Slides>10</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10</vt:i4>
      </vt:variant>
    </vt:vector>
  </HeadingPairs>
  <TitlesOfParts>
    <vt:vector size="14" baseType="lpstr">
      <vt:lpstr>隶书</vt:lpstr>
      <vt:lpstr>Arial</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e2791</cp:lastModifiedBy>
  <cp:revision>6</cp:revision>
  <dcterms:created xsi:type="dcterms:W3CDTF">2026-05-19T20:46:00Z</dcterms:created>
  <dcterms:modified xsi:type="dcterms:W3CDTF">2026-05-20T12:15:36Z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wqlLaW5nc29mdCBQREYgdG8gV1BTIDExMEI</vt:lpwstr>
  </property>
  <property fmtid="{D5CDD505-2E9C-101B-9397-08002B2CF9AE}" pid="3" name="Created">
    <vt:filetime>2026-05-20T11:53:43Z</vt:filetime>
  </property>
  <property fmtid="{D5CDD505-2E9C-101B-9397-08002B2CF9AE}" pid="4" name="UsrData">
    <vt:lpwstr>6a0cbfb39aafeb002017dbc4wl</vt:lpwstr>
  </property>
  <property fmtid="{D5CDD505-2E9C-101B-9397-08002B2CF9AE}" pid="5" name="KSOProductBuildVer">
    <vt:lpwstr>2052-12.1.0.26375</vt:lpwstr>
  </property>
  <property fmtid="{D5CDD505-2E9C-101B-9397-08002B2CF9AE}" pid="6" name="ICV">
    <vt:lpwstr>483EE8D0AFE048268F60460FA307B2BA_12</vt:lpwstr>
  </property>
</Properties>
</file>