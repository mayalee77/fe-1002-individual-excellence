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6256000" cy="9144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424035" y="8550910"/>
            <a:ext cx="55276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0EBD3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季玥彤</a:t>
            </a:r>
            <a:r>
              <a:rPr lang="en-US" altLang="zh-CN" sz="2800">
                <a:solidFill>
                  <a:srgbClr val="F0EBD3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 Ji Yuetong 2430031083</a:t>
            </a:r>
            <a:endParaRPr lang="en-US" altLang="zh-CN" sz="2800">
              <a:solidFill>
                <a:srgbClr val="F0EBD3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742305" y="2600960"/>
            <a:ext cx="5759450" cy="3134360"/>
          </a:xfrm>
          <a:prstGeom prst="rect">
            <a:avLst/>
          </a:prstGeom>
          <a:solidFill>
            <a:srgbClr val="F0EBD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671820" y="2689225"/>
            <a:ext cx="582993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Seedance 2.0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 Al text-to-video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/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generates abstract silhouettes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/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and low-key lighting, stripping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/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away the romanticized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/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illustrations of the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/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</a:rPr>
              <a:t>colonial era.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mQxOTk5YTE0ZmIwZDc3NGQxMjgyNTI1OWM0ZTQzMm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WPS 演示</Application>
  <PresentationFormat>On-screen Show (4:3)</PresentationFormat>
  <Paragraphs>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Times New Roman Regular</vt:lpstr>
      <vt:lpstr>Times New Roman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JI Yuetong</cp:lastModifiedBy>
  <cp:revision>2</cp:revision>
  <dcterms:created xsi:type="dcterms:W3CDTF">2026-05-17T06:14:25Z</dcterms:created>
  <dcterms:modified xsi:type="dcterms:W3CDTF">2026-05-17T06:14:25Z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6A26921EAA88CCD9C15C096ABC81A2AF_42</vt:lpwstr>
  </property>
  <property fmtid="{D5CDD505-2E9C-101B-9397-08002B2CF9AE}" pid="3" name="KSOProductBuildVer">
    <vt:lpwstr>2052-6.12.0.8899</vt:lpwstr>
  </property>
</Properties>
</file>