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7" d="100"/>
          <a:sy n="57" d="100"/>
        </p:scale>
        <p:origin x="42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yanran060127-lab.github.io/ai-visual-work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" y="19594"/>
            <a:ext cx="16256000" cy="90678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AAFAF72-2DD6-66A0-F8B3-91951BC37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800" y="2286000"/>
            <a:ext cx="4972744" cy="4744112"/>
          </a:xfrm>
          <a:prstGeom prst="rect">
            <a:avLst/>
          </a:prstGeom>
        </p:spPr>
      </p:pic>
      <p:sp>
        <p:nvSpPr>
          <p:cNvPr id="5" name="文本框 4">
            <a:hlinkClick r:id="rId4"/>
            <a:extLst>
              <a:ext uri="{FF2B5EF4-FFF2-40B4-BE49-F238E27FC236}">
                <a16:creationId xmlns:a16="http://schemas.microsoft.com/office/drawing/2014/main" id="{07C6B978-0F12-B693-674C-90820C1C12CC}"/>
              </a:ext>
            </a:extLst>
          </p:cNvPr>
          <p:cNvSpPr txBox="1"/>
          <p:nvPr/>
        </p:nvSpPr>
        <p:spPr>
          <a:xfrm>
            <a:off x="2794000" y="3962400"/>
            <a:ext cx="1249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highlight>
                  <a:srgbClr val="FFFF00"/>
                </a:highlight>
              </a:rPr>
              <a:t>https://yanran060127-lab.github.io/ai-visual-work/</a:t>
            </a:r>
            <a:endParaRPr lang="zh-CN" altLang="en-US" sz="4000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</Words>
  <Application>Microsoft Office PowerPoint</Application>
  <PresentationFormat>自定义</PresentationFormat>
  <Paragraphs>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yanran wang</cp:lastModifiedBy>
  <cp:revision>2</cp:revision>
  <dcterms:created xsi:type="dcterms:W3CDTF">2006-08-16T00:00:00Z</dcterms:created>
  <dcterms:modified xsi:type="dcterms:W3CDTF">2026-05-20T06:03:32Z</dcterms:modified>
</cp:coreProperties>
</file>